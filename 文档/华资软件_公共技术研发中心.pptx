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4706" r:id="rId3"/>
    <p:sldMasterId id="2147484707" r:id="rId4"/>
    <p:sldMasterId id="2147484708" r:id="rId5"/>
    <p:sldMasterId id="2147484709" r:id="rId6"/>
    <p:sldMasterId id="2147484710" r:id="rId7"/>
    <p:sldMasterId id="2147484711" r:id="rId8"/>
    <p:sldMasterId id="2147484712" r:id="rId9"/>
    <p:sldMasterId id="2147484713" r:id="rId10"/>
    <p:sldMasterId id="2147484714" r:id="rId11"/>
    <p:sldMasterId id="2147484715" r:id="rId12"/>
    <p:sldMasterId id="2147484716" r:id="rId13"/>
  </p:sldMasterIdLst>
  <p:notesMasterIdLst>
    <p:notesMasterId r:id="rId26"/>
  </p:notesMasterIdLst>
  <p:sldIdLst>
    <p:sldId id="418" r:id="rId14"/>
    <p:sldId id="420" r:id="rId15"/>
    <p:sldId id="422" r:id="rId16"/>
    <p:sldId id="409" r:id="rId17"/>
    <p:sldId id="446" r:id="rId18"/>
    <p:sldId id="450" r:id="rId19"/>
    <p:sldId id="448" r:id="rId20"/>
    <p:sldId id="449" r:id="rId21"/>
    <p:sldId id="447" r:id="rId22"/>
    <p:sldId id="444" r:id="rId23"/>
    <p:sldId id="445" r:id="rId24"/>
    <p:sldId id="436" r:id="rId25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2060"/>
    <a:srgbClr val="C0504D"/>
    <a:srgbClr val="EBD323"/>
    <a:srgbClr val="4774AB"/>
    <a:srgbClr val="9EB2CA"/>
    <a:srgbClr val="000000"/>
    <a:srgbClr val="636363"/>
    <a:srgbClr val="4E4E4E"/>
    <a:srgbClr val="4F4F4F"/>
    <a:srgbClr val="7B7B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82214" autoAdjust="0"/>
  </p:normalViewPr>
  <p:slideViewPr>
    <p:cSldViewPr>
      <p:cViewPr varScale="1">
        <p:scale>
          <a:sx n="85" d="100"/>
          <a:sy n="85" d="100"/>
        </p:scale>
        <p:origin x="200" y="224"/>
      </p:cViewPr>
      <p:guideLst>
        <p:guide orient="horz" pos="2160"/>
        <p:guide pos="388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33" cy="7203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8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研发人员结构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中心管理</c:v>
                </c:pt>
                <c:pt idx="1">
                  <c:v>大数据及产品研发</c:v>
                </c:pt>
                <c:pt idx="2">
                  <c:v>架构及基础产品研发</c:v>
                </c:pt>
                <c:pt idx="3">
                  <c:v>UI设计服务</c:v>
                </c:pt>
                <c:pt idx="4">
                  <c:v>产品应用推广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28</c:v>
                </c:pt>
                <c:pt idx="2">
                  <c:v>15</c:v>
                </c:pt>
                <c:pt idx="3">
                  <c:v>9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32-C84E-B248-82481CDEEB3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D8F8A0-9EF3-C64B-B861-D5CC28983059}" type="doc">
      <dgm:prSet loTypeId="urn:microsoft.com/office/officeart/2005/8/layout/orgChart1" loCatId="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E9B18D12-BB94-D646-8356-D646C1DB73F7}">
      <dgm:prSet phldrT="[文本]" custT="1"/>
      <dgm:spPr>
        <a:xfrm>
          <a:off x="1375850" y="2513"/>
          <a:ext cx="2061825" cy="547926"/>
        </a:xfrm>
        <a:prstGeom prst="rect">
          <a:avLst/>
        </a:prstGeom>
        <a:gradFill rotWithShape="0">
          <a:gsLst>
            <a:gs pos="0">
              <a:srgbClr val="A5A5A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5A5A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5A5A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16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公共技术研发中心</a:t>
          </a:r>
        </a:p>
      </dgm:t>
    </dgm:pt>
    <dgm:pt modelId="{426562A9-3D83-104B-AEFB-B6B8E3100AEB}" type="parTrans" cxnId="{376C2BC5-7DE9-B34B-B636-9755BDBA3913}">
      <dgm:prSet/>
      <dgm:spPr/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C1B77D19-E5E1-F54C-8382-95367DDD15AC}" type="sibTrans" cxnId="{376C2BC5-7DE9-B34B-B636-9755BDBA3913}">
      <dgm:prSet/>
      <dgm:spPr/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E4DB764C-290F-A648-B62C-05EF81424823}">
      <dgm:prSet phldrT="[文本]" custT="1"/>
      <dgm:spPr>
        <a:xfrm>
          <a:off x="1195845" y="780568"/>
          <a:ext cx="1095853" cy="547926"/>
        </a:xfrm>
        <a:prstGeom prst="rect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16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研发一部</a:t>
          </a:r>
        </a:p>
      </dgm:t>
    </dgm:pt>
    <dgm:pt modelId="{7E3D79D4-53AA-0747-A90A-6D79DFE84F2C}" type="parTrans" cxnId="{F7D9A817-B654-4E4A-82B5-7CAABD76BC6F}">
      <dgm:prSet/>
      <dgm:spPr>
        <a:xfrm>
          <a:off x="1743772" y="550439"/>
          <a:ext cx="662991" cy="230129"/>
        </a:xfrm>
        <a:custGeom>
          <a:avLst/>
          <a:gdLst/>
          <a:ahLst/>
          <a:cxnLst/>
          <a:rect l="0" t="0" r="0" b="0"/>
          <a:pathLst>
            <a:path>
              <a:moveTo>
                <a:pt x="662991" y="0"/>
              </a:moveTo>
              <a:lnTo>
                <a:pt x="662991" y="115064"/>
              </a:lnTo>
              <a:lnTo>
                <a:pt x="0" y="115064"/>
              </a:lnTo>
              <a:lnTo>
                <a:pt x="0" y="230129"/>
              </a:lnTo>
            </a:path>
          </a:pathLst>
        </a:custGeom>
        <a:noFill/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709DF25C-5116-4E4A-A70E-4AF162002E5F}" type="sibTrans" cxnId="{F7D9A817-B654-4E4A-82B5-7CAABD76BC6F}">
      <dgm:prSet/>
      <dgm:spPr/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D7C16FD4-DA37-A748-970D-8F47C2B07381}">
      <dgm:prSet phldrT="[文本]" custT="1"/>
      <dgm:spPr>
        <a:xfrm>
          <a:off x="2521828" y="780568"/>
          <a:ext cx="1095853" cy="547926"/>
        </a:xfrm>
        <a:prstGeom prst="rect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16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研发二部</a:t>
          </a:r>
        </a:p>
      </dgm:t>
    </dgm:pt>
    <dgm:pt modelId="{58DFA117-C8D0-3B48-9B22-8850B684A1B4}" type="parTrans" cxnId="{D9B3ED79-BF41-ED47-8380-8E56AD1C86A4}">
      <dgm:prSet/>
      <dgm:spPr>
        <a:xfrm>
          <a:off x="2406763" y="550439"/>
          <a:ext cx="662991" cy="230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064"/>
              </a:lnTo>
              <a:lnTo>
                <a:pt x="662991" y="115064"/>
              </a:lnTo>
              <a:lnTo>
                <a:pt x="662991" y="230129"/>
              </a:lnTo>
            </a:path>
          </a:pathLst>
        </a:custGeom>
        <a:noFill/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7EF79DA2-60E0-D349-A38B-3B88C7D5AAD2}" type="sibTrans" cxnId="{D9B3ED79-BF41-ED47-8380-8E56AD1C86A4}">
      <dgm:prSet/>
      <dgm:spPr/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C11855CB-44D8-9B4A-B6AC-90D90B363707}">
      <dgm:prSet phldrT="[文本]" custT="1"/>
      <dgm:spPr>
        <a:xfrm>
          <a:off x="921882" y="1558624"/>
          <a:ext cx="1095853" cy="547926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vert="horz"/>
        <a:lstStyle/>
        <a:p>
          <a:pPr>
            <a:buNone/>
          </a:pPr>
          <a:r>
            <a:rPr lang="zh-CN" altLang="en-US" sz="16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产品研发组</a:t>
          </a:r>
        </a:p>
      </dgm:t>
    </dgm:pt>
    <dgm:pt modelId="{4A12ACF7-D032-B54E-A7B8-421623AE978B}" type="parTrans" cxnId="{3D69504F-CC6F-DE45-8D51-BB23AE734672}">
      <dgm:prSet/>
      <dgm:spPr>
        <a:xfrm>
          <a:off x="2017735" y="1328495"/>
          <a:ext cx="164377" cy="504092"/>
        </a:xfrm>
        <a:custGeom>
          <a:avLst/>
          <a:gdLst/>
          <a:ahLst/>
          <a:cxnLst/>
          <a:rect l="0" t="0" r="0" b="0"/>
          <a:pathLst>
            <a:path>
              <a:moveTo>
                <a:pt x="164377" y="0"/>
              </a:moveTo>
              <a:lnTo>
                <a:pt x="164377" y="504092"/>
              </a:lnTo>
              <a:lnTo>
                <a:pt x="0" y="504092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B8817010-D6D0-DB41-84F5-9C03370B5EE7}" type="sibTrans" cxnId="{3D69504F-CC6F-DE45-8D51-BB23AE734672}">
      <dgm:prSet/>
      <dgm:spPr/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06A7DDE3-22C4-9740-B8C5-DA92066CBC33}">
      <dgm:prSet phldrT="[文本]" custT="1"/>
      <dgm:spPr>
        <a:xfrm>
          <a:off x="921882" y="2336680"/>
          <a:ext cx="1095853" cy="547926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9525" tIns="9525" rIns="9525" bIns="9525" numCol="1" spcCol="1270" anchor="ctr" anchorCtr="0"/>
        <a:lstStyle/>
        <a:p>
          <a:pPr>
            <a:buNone/>
          </a:pPr>
          <a:r>
            <a:rPr lang="zh-CN" altLang="en-US" sz="1600" kern="12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产品应用组</a:t>
          </a:r>
        </a:p>
      </dgm:t>
    </dgm:pt>
    <dgm:pt modelId="{00186B19-53BB-2C4E-A8FB-B1ACD13FF5CC}" type="parTrans" cxnId="{3DD939D5-07AE-FF49-A906-5BCD356D1197}">
      <dgm:prSet/>
      <dgm:spPr>
        <a:xfrm>
          <a:off x="2017735" y="1328495"/>
          <a:ext cx="164377" cy="1282148"/>
        </a:xfrm>
        <a:custGeom>
          <a:avLst/>
          <a:gdLst/>
          <a:ahLst/>
          <a:cxnLst/>
          <a:rect l="0" t="0" r="0" b="0"/>
          <a:pathLst>
            <a:path>
              <a:moveTo>
                <a:pt x="164377" y="0"/>
              </a:moveTo>
              <a:lnTo>
                <a:pt x="164377" y="1282148"/>
              </a:lnTo>
              <a:lnTo>
                <a:pt x="0" y="1282148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6C334BC4-AB22-5F46-AC88-1091D2E5F687}" type="sibTrans" cxnId="{3DD939D5-07AE-FF49-A906-5BCD356D1197}">
      <dgm:prSet/>
      <dgm:spPr/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DC5EED76-12BD-044D-AA7E-768E1CEF3998}">
      <dgm:prSet phldrT="[文本]" custT="1"/>
      <dgm:spPr>
        <a:xfrm>
          <a:off x="921882" y="3114735"/>
          <a:ext cx="1095853" cy="547926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vert="horz"/>
        <a:lstStyle/>
        <a:p>
          <a:pPr>
            <a:buNone/>
          </a:pPr>
          <a:r>
            <a:rPr lang="zh-CN" altLang="en-US" sz="16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产品实施运维组</a:t>
          </a:r>
        </a:p>
      </dgm:t>
    </dgm:pt>
    <dgm:pt modelId="{FEC2C26E-5BB9-AE46-A0FA-6C6CAC85FF80}" type="parTrans" cxnId="{C0EFA1C1-0F7A-0E46-87CA-775DFBD65365}">
      <dgm:prSet/>
      <dgm:spPr>
        <a:xfrm>
          <a:off x="2017735" y="1328495"/>
          <a:ext cx="164377" cy="2060203"/>
        </a:xfrm>
        <a:custGeom>
          <a:avLst/>
          <a:gdLst/>
          <a:ahLst/>
          <a:cxnLst/>
          <a:rect l="0" t="0" r="0" b="0"/>
          <a:pathLst>
            <a:path>
              <a:moveTo>
                <a:pt x="164377" y="0"/>
              </a:moveTo>
              <a:lnTo>
                <a:pt x="164377" y="2060203"/>
              </a:lnTo>
              <a:lnTo>
                <a:pt x="0" y="2060203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0C83008F-87FE-3E40-B8D1-4F61CB34D583}" type="sibTrans" cxnId="{C0EFA1C1-0F7A-0E46-87CA-775DFBD65365}">
      <dgm:prSet/>
      <dgm:spPr/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6B11798C-56C9-C74F-90AF-5AC378DC8DDC}">
      <dgm:prSet phldrT="[文本]" custT="1"/>
      <dgm:spPr>
        <a:xfrm>
          <a:off x="921882" y="3892791"/>
          <a:ext cx="1095853" cy="547926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vert="horz"/>
        <a:lstStyle/>
        <a:p>
          <a:pPr>
            <a:buNone/>
          </a:pPr>
          <a:r>
            <a:rPr lang="zh-CN" altLang="en-US" sz="16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产品测试组</a:t>
          </a:r>
        </a:p>
      </dgm:t>
    </dgm:pt>
    <dgm:pt modelId="{326BCFCE-B03C-034B-8FB9-A4703A819ED7}" type="parTrans" cxnId="{DB3DB377-A618-F346-B709-EE518DC16E2E}">
      <dgm:prSet/>
      <dgm:spPr>
        <a:xfrm>
          <a:off x="2017735" y="1328495"/>
          <a:ext cx="164377" cy="2838259"/>
        </a:xfrm>
        <a:custGeom>
          <a:avLst/>
          <a:gdLst/>
          <a:ahLst/>
          <a:cxnLst/>
          <a:rect l="0" t="0" r="0" b="0"/>
          <a:pathLst>
            <a:path>
              <a:moveTo>
                <a:pt x="164377" y="0"/>
              </a:moveTo>
              <a:lnTo>
                <a:pt x="164377" y="2838259"/>
              </a:lnTo>
              <a:lnTo>
                <a:pt x="0" y="2838259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BF3C4B91-BBE6-3742-B36C-413AC008D2D8}" type="sibTrans" cxnId="{DB3DB377-A618-F346-B709-EE518DC16E2E}">
      <dgm:prSet/>
      <dgm:spPr/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D7DD254E-C32C-A940-9089-7C289E78D8E7}">
      <dgm:prSet phldrT="[文本]" custT="1"/>
      <dgm:spPr>
        <a:xfrm>
          <a:off x="2795791" y="1558624"/>
          <a:ext cx="1095853" cy="547926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vert="horz"/>
        <a:lstStyle/>
        <a:p>
          <a:pPr>
            <a:buNone/>
          </a:pPr>
          <a:r>
            <a:rPr lang="zh-CN" altLang="en-US" sz="16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基础产品研发组</a:t>
          </a:r>
          <a:endParaRPr lang="en-US" altLang="zh-CN" sz="1600" dirty="0">
            <a:solidFill>
              <a:sysClr val="window" lastClr="FFFFFF"/>
            </a:solidFill>
            <a:latin typeface="+mn-ea"/>
            <a:ea typeface="+mn-ea"/>
            <a:cs typeface="+mn-cs"/>
          </a:endParaRPr>
        </a:p>
      </dgm:t>
    </dgm:pt>
    <dgm:pt modelId="{9DB81B9D-5C41-C84F-938C-C88BDF0AE6B9}" type="parTrans" cxnId="{D763DAA4-48F3-6E48-A545-3BB4EBCF65DB}">
      <dgm:prSet/>
      <dgm:spPr>
        <a:xfrm>
          <a:off x="2631413" y="1328495"/>
          <a:ext cx="164377" cy="504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4092"/>
              </a:lnTo>
              <a:lnTo>
                <a:pt x="164377" y="504092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CDCFB201-FC58-A544-A4A9-B4FFC5682BA2}" type="sibTrans" cxnId="{D763DAA4-48F3-6E48-A545-3BB4EBCF65DB}">
      <dgm:prSet/>
      <dgm:spPr/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1781187B-9CD4-B041-AD93-D06A3BAB5259}">
      <dgm:prSet phldrT="[文本]" custT="1"/>
      <dgm:spPr>
        <a:xfrm>
          <a:off x="2795791" y="2336680"/>
          <a:ext cx="1095853" cy="547926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vert="horz"/>
        <a:lstStyle/>
        <a:p>
          <a:pPr>
            <a:buNone/>
          </a:pPr>
          <a:r>
            <a:rPr lang="zh-CN" altLang="en-US" sz="16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前端框架研发</a:t>
          </a:r>
          <a:endParaRPr lang="en-US" altLang="zh-CN" sz="1600" dirty="0">
            <a:solidFill>
              <a:sysClr val="window" lastClr="FFFFFF"/>
            </a:solidFill>
            <a:latin typeface="+mn-ea"/>
            <a:ea typeface="+mn-ea"/>
            <a:cs typeface="+mn-cs"/>
          </a:endParaRPr>
        </a:p>
      </dgm:t>
    </dgm:pt>
    <dgm:pt modelId="{72A8D8B4-96F5-A540-AF83-6185B6C5764D}" type="parTrans" cxnId="{AB9D3F9F-FCF5-9949-83DF-22D976EDD659}">
      <dgm:prSet/>
      <dgm:spPr>
        <a:xfrm>
          <a:off x="2631413" y="1328495"/>
          <a:ext cx="164377" cy="12821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2148"/>
              </a:lnTo>
              <a:lnTo>
                <a:pt x="164377" y="1282148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5682578E-EBFA-A143-97C0-17D6E1C9AD98}" type="sibTrans" cxnId="{AB9D3F9F-FCF5-9949-83DF-22D976EDD659}">
      <dgm:prSet/>
      <dgm:spPr/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70C8E38E-5E60-4D4A-B5D0-4534906D72A5}">
      <dgm:prSet phldrT="[文本]" custT="1"/>
      <dgm:spPr>
        <a:xfrm>
          <a:off x="2795791" y="3114735"/>
          <a:ext cx="1095853" cy="547926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vert="horz"/>
        <a:lstStyle/>
        <a:p>
          <a:pPr>
            <a:buNone/>
          </a:pPr>
          <a:r>
            <a:rPr lang="zh-CN" altLang="en-US" sz="16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应用框架研发</a:t>
          </a:r>
          <a:endParaRPr lang="en-US" altLang="zh-CN" sz="1600" dirty="0">
            <a:solidFill>
              <a:sysClr val="window" lastClr="FFFFFF"/>
            </a:solidFill>
            <a:latin typeface="+mn-ea"/>
            <a:ea typeface="+mn-ea"/>
            <a:cs typeface="+mn-cs"/>
          </a:endParaRPr>
        </a:p>
      </dgm:t>
    </dgm:pt>
    <dgm:pt modelId="{E33EAB22-9833-964B-946F-D938B741601E}" type="parTrans" cxnId="{5A88200E-87FF-7547-8881-1FBFB6C03112}">
      <dgm:prSet/>
      <dgm:spPr>
        <a:xfrm>
          <a:off x="2631413" y="1328495"/>
          <a:ext cx="164377" cy="20602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60203"/>
              </a:lnTo>
              <a:lnTo>
                <a:pt x="164377" y="2060203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B97E2579-ABFE-124C-8E26-5E1C16AEA7E8}" type="sibTrans" cxnId="{5A88200E-87FF-7547-8881-1FBFB6C03112}">
      <dgm:prSet/>
      <dgm:spPr/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D9A69548-B202-F44C-95E9-D7833166FA8E}">
      <dgm:prSet phldrT="[文本]" custT="1"/>
      <dgm:spPr>
        <a:xfrm>
          <a:off x="2795791" y="3892791"/>
          <a:ext cx="1095853" cy="547926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vert="horz"/>
        <a:lstStyle/>
        <a:p>
          <a:pPr>
            <a:buNone/>
          </a:pPr>
          <a:r>
            <a:rPr lang="en-US" altLang="zh-CN" sz="16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UI</a:t>
          </a:r>
          <a:r>
            <a:rPr lang="zh-CN" altLang="en-US" sz="16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设计服务</a:t>
          </a:r>
          <a:endParaRPr lang="en-US" altLang="zh-CN" sz="1600" dirty="0">
            <a:solidFill>
              <a:sysClr val="window" lastClr="FFFFFF"/>
            </a:solidFill>
            <a:latin typeface="+mn-ea"/>
            <a:ea typeface="+mn-ea"/>
            <a:cs typeface="+mn-cs"/>
          </a:endParaRPr>
        </a:p>
      </dgm:t>
    </dgm:pt>
    <dgm:pt modelId="{6B38882B-053F-EA49-AEA1-1CA89F65546B}" type="parTrans" cxnId="{616E4504-2F07-6543-B7B3-DE22F4BB6FB2}">
      <dgm:prSet/>
      <dgm:spPr>
        <a:xfrm>
          <a:off x="2631413" y="1328495"/>
          <a:ext cx="164377" cy="28382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38259"/>
              </a:lnTo>
              <a:lnTo>
                <a:pt x="164377" y="2838259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094682E7-3FFA-A544-9C08-CB4FA9DC259E}" type="sibTrans" cxnId="{616E4504-2F07-6543-B7B3-DE22F4BB6FB2}">
      <dgm:prSet/>
      <dgm:spPr/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FB04902D-DAFE-5A4B-96FC-2B50AC35F27C}">
      <dgm:prSet phldrT="[文本]" custT="1"/>
      <dgm:spPr>
        <a:xfrm>
          <a:off x="2795791" y="4670847"/>
          <a:ext cx="1095853" cy="547926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gm:spPr>
      <dgm:t>
        <a:bodyPr vert="horz"/>
        <a:lstStyle/>
        <a:p>
          <a:pPr>
            <a:buNone/>
          </a:pPr>
          <a:r>
            <a:rPr lang="zh-CN" altLang="en-US" sz="16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产品管理服务</a:t>
          </a:r>
          <a:endParaRPr lang="en-US" altLang="zh-CN" sz="1600" dirty="0">
            <a:solidFill>
              <a:sysClr val="window" lastClr="FFFFFF"/>
            </a:solidFill>
            <a:latin typeface="+mn-ea"/>
            <a:ea typeface="+mn-ea"/>
            <a:cs typeface="+mn-cs"/>
          </a:endParaRPr>
        </a:p>
      </dgm:t>
    </dgm:pt>
    <dgm:pt modelId="{ED4C2D4C-B91B-7F49-98D6-306393B8D015}" type="parTrans" cxnId="{DDA29C76-4C6D-234A-81EE-86D611D38CF8}">
      <dgm:prSet/>
      <dgm:spPr>
        <a:xfrm>
          <a:off x="2631413" y="1328495"/>
          <a:ext cx="164377" cy="36163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16314"/>
              </a:lnTo>
              <a:lnTo>
                <a:pt x="164377" y="3616314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B584EFE4-44EB-9E44-96AD-A717042C7DF7}" type="sibTrans" cxnId="{DDA29C76-4C6D-234A-81EE-86D611D38CF8}">
      <dgm:prSet/>
      <dgm:spPr/>
      <dgm:t>
        <a:bodyPr/>
        <a:lstStyle/>
        <a:p>
          <a:endParaRPr lang="zh-CN" altLang="en-US" sz="1600">
            <a:latin typeface="+mn-ea"/>
            <a:ea typeface="+mn-ea"/>
          </a:endParaRPr>
        </a:p>
      </dgm:t>
    </dgm:pt>
    <dgm:pt modelId="{35E0F579-6378-844A-B829-F0EC059B4529}" type="pres">
      <dgm:prSet presAssocID="{5BD8F8A0-9EF3-C64B-B861-D5CC2898305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2E260B0-D295-2442-8926-C1AFF17872A9}" type="pres">
      <dgm:prSet presAssocID="{E9B18D12-BB94-D646-8356-D646C1DB73F7}" presName="hierRoot1" presStyleCnt="0">
        <dgm:presLayoutVars>
          <dgm:hierBranch val="init"/>
        </dgm:presLayoutVars>
      </dgm:prSet>
      <dgm:spPr/>
    </dgm:pt>
    <dgm:pt modelId="{C6CB0AF2-6E2A-C340-A7CE-FBE4F45F9607}" type="pres">
      <dgm:prSet presAssocID="{E9B18D12-BB94-D646-8356-D646C1DB73F7}" presName="rootComposite1" presStyleCnt="0"/>
      <dgm:spPr/>
    </dgm:pt>
    <dgm:pt modelId="{7B3702D2-1931-0F45-8623-DAA44EAD548C}" type="pres">
      <dgm:prSet presAssocID="{E9B18D12-BB94-D646-8356-D646C1DB73F7}" presName="rootText1" presStyleLbl="node0" presStyleIdx="0" presStyleCnt="1" custScaleX="188148">
        <dgm:presLayoutVars>
          <dgm:chPref val="3"/>
        </dgm:presLayoutVars>
      </dgm:prSet>
      <dgm:spPr/>
    </dgm:pt>
    <dgm:pt modelId="{B449E4A6-8044-124D-897C-47A5A3139736}" type="pres">
      <dgm:prSet presAssocID="{E9B18D12-BB94-D646-8356-D646C1DB73F7}" presName="rootConnector1" presStyleLbl="node1" presStyleIdx="0" presStyleCnt="0"/>
      <dgm:spPr/>
    </dgm:pt>
    <dgm:pt modelId="{68FD29D6-C549-2A4B-BFD9-22EAF4CAF4EB}" type="pres">
      <dgm:prSet presAssocID="{E9B18D12-BB94-D646-8356-D646C1DB73F7}" presName="hierChild2" presStyleCnt="0"/>
      <dgm:spPr/>
    </dgm:pt>
    <dgm:pt modelId="{3C0F3557-2E06-A548-97C8-0912F40BA785}" type="pres">
      <dgm:prSet presAssocID="{7E3D79D4-53AA-0747-A90A-6D79DFE84F2C}" presName="Name37" presStyleLbl="parChTrans1D2" presStyleIdx="0" presStyleCnt="2"/>
      <dgm:spPr/>
    </dgm:pt>
    <dgm:pt modelId="{53F2A835-74E4-E247-91F3-6402D4BF819B}" type="pres">
      <dgm:prSet presAssocID="{E4DB764C-290F-A648-B62C-05EF81424823}" presName="hierRoot2" presStyleCnt="0">
        <dgm:presLayoutVars>
          <dgm:hierBranch val="l"/>
        </dgm:presLayoutVars>
      </dgm:prSet>
      <dgm:spPr/>
    </dgm:pt>
    <dgm:pt modelId="{DD5763EB-4F78-AD4B-8E85-022BFD8D40AD}" type="pres">
      <dgm:prSet presAssocID="{E4DB764C-290F-A648-B62C-05EF81424823}" presName="rootComposite" presStyleCnt="0"/>
      <dgm:spPr/>
    </dgm:pt>
    <dgm:pt modelId="{BA83EC1C-8FE6-7B43-96DA-7E2CE59974AD}" type="pres">
      <dgm:prSet presAssocID="{E4DB764C-290F-A648-B62C-05EF81424823}" presName="rootText" presStyleLbl="node2" presStyleIdx="0" presStyleCnt="2">
        <dgm:presLayoutVars>
          <dgm:chPref val="3"/>
        </dgm:presLayoutVars>
      </dgm:prSet>
      <dgm:spPr/>
    </dgm:pt>
    <dgm:pt modelId="{FBDE427F-F77B-1A4F-92F9-795926601C68}" type="pres">
      <dgm:prSet presAssocID="{E4DB764C-290F-A648-B62C-05EF81424823}" presName="rootConnector" presStyleLbl="node2" presStyleIdx="0" presStyleCnt="2"/>
      <dgm:spPr/>
    </dgm:pt>
    <dgm:pt modelId="{0015DB5E-5D40-B942-910C-50C632C69FBA}" type="pres">
      <dgm:prSet presAssocID="{E4DB764C-290F-A648-B62C-05EF81424823}" presName="hierChild4" presStyleCnt="0"/>
      <dgm:spPr/>
    </dgm:pt>
    <dgm:pt modelId="{284C87FE-3792-4A44-B541-E991AFFB99DF}" type="pres">
      <dgm:prSet presAssocID="{4A12ACF7-D032-B54E-A7B8-421623AE978B}" presName="Name50" presStyleLbl="parChTrans1D3" presStyleIdx="0" presStyleCnt="9"/>
      <dgm:spPr/>
    </dgm:pt>
    <dgm:pt modelId="{FD6E64DE-50F3-3142-96DE-C83CDD426557}" type="pres">
      <dgm:prSet presAssocID="{C11855CB-44D8-9B4A-B6AC-90D90B363707}" presName="hierRoot2" presStyleCnt="0">
        <dgm:presLayoutVars>
          <dgm:hierBranch val="init"/>
        </dgm:presLayoutVars>
      </dgm:prSet>
      <dgm:spPr/>
    </dgm:pt>
    <dgm:pt modelId="{66BEB0D2-F83D-624E-8A76-F72B2FF93B31}" type="pres">
      <dgm:prSet presAssocID="{C11855CB-44D8-9B4A-B6AC-90D90B363707}" presName="rootComposite" presStyleCnt="0"/>
      <dgm:spPr/>
    </dgm:pt>
    <dgm:pt modelId="{BD9AD241-C6A9-7340-85CF-71D92B40B8A6}" type="pres">
      <dgm:prSet presAssocID="{C11855CB-44D8-9B4A-B6AC-90D90B363707}" presName="rootText" presStyleLbl="node3" presStyleIdx="0" presStyleCnt="9">
        <dgm:presLayoutVars>
          <dgm:chPref val="3"/>
        </dgm:presLayoutVars>
      </dgm:prSet>
      <dgm:spPr/>
    </dgm:pt>
    <dgm:pt modelId="{3F3CD0EF-FB0A-F94D-B96D-C0DE34C90DA7}" type="pres">
      <dgm:prSet presAssocID="{C11855CB-44D8-9B4A-B6AC-90D90B363707}" presName="rootConnector" presStyleLbl="node3" presStyleIdx="0" presStyleCnt="9"/>
      <dgm:spPr/>
    </dgm:pt>
    <dgm:pt modelId="{B6EBCFBD-F963-BA43-B76E-9C04E468A529}" type="pres">
      <dgm:prSet presAssocID="{C11855CB-44D8-9B4A-B6AC-90D90B363707}" presName="hierChild4" presStyleCnt="0"/>
      <dgm:spPr/>
    </dgm:pt>
    <dgm:pt modelId="{F6CAE7DD-A3CC-2145-8033-43FB072CBB8A}" type="pres">
      <dgm:prSet presAssocID="{C11855CB-44D8-9B4A-B6AC-90D90B363707}" presName="hierChild5" presStyleCnt="0"/>
      <dgm:spPr/>
    </dgm:pt>
    <dgm:pt modelId="{2771D554-1371-784F-807D-21F44D1BC958}" type="pres">
      <dgm:prSet presAssocID="{00186B19-53BB-2C4E-A8FB-B1ACD13FF5CC}" presName="Name50" presStyleLbl="parChTrans1D3" presStyleIdx="1" presStyleCnt="9"/>
      <dgm:spPr/>
    </dgm:pt>
    <dgm:pt modelId="{11F86A60-A0CE-6E4A-893A-13B90CF33235}" type="pres">
      <dgm:prSet presAssocID="{06A7DDE3-22C4-9740-B8C5-DA92066CBC33}" presName="hierRoot2" presStyleCnt="0">
        <dgm:presLayoutVars>
          <dgm:hierBranch val="init"/>
        </dgm:presLayoutVars>
      </dgm:prSet>
      <dgm:spPr/>
    </dgm:pt>
    <dgm:pt modelId="{F21A4170-E9F1-A747-8FF0-D877479A8F62}" type="pres">
      <dgm:prSet presAssocID="{06A7DDE3-22C4-9740-B8C5-DA92066CBC33}" presName="rootComposite" presStyleCnt="0"/>
      <dgm:spPr/>
    </dgm:pt>
    <dgm:pt modelId="{98A6CD1F-AAAC-9442-A08E-1B93B913FAD4}" type="pres">
      <dgm:prSet presAssocID="{06A7DDE3-22C4-9740-B8C5-DA92066CBC33}" presName="rootText" presStyleLbl="node3" presStyleIdx="1" presStyleCnt="9">
        <dgm:presLayoutVars>
          <dgm:chPref val="3"/>
        </dgm:presLayoutVars>
      </dgm:prSet>
      <dgm:spPr/>
    </dgm:pt>
    <dgm:pt modelId="{AA8DF12C-4924-FF44-9FFB-A4CA12082684}" type="pres">
      <dgm:prSet presAssocID="{06A7DDE3-22C4-9740-B8C5-DA92066CBC33}" presName="rootConnector" presStyleLbl="node3" presStyleIdx="1" presStyleCnt="9"/>
      <dgm:spPr/>
    </dgm:pt>
    <dgm:pt modelId="{C97C3988-91E7-934F-9C09-143247FC3B4C}" type="pres">
      <dgm:prSet presAssocID="{06A7DDE3-22C4-9740-B8C5-DA92066CBC33}" presName="hierChild4" presStyleCnt="0"/>
      <dgm:spPr/>
    </dgm:pt>
    <dgm:pt modelId="{C74C8706-CC94-184C-BF20-F96299BF96AE}" type="pres">
      <dgm:prSet presAssocID="{06A7DDE3-22C4-9740-B8C5-DA92066CBC33}" presName="hierChild5" presStyleCnt="0"/>
      <dgm:spPr/>
    </dgm:pt>
    <dgm:pt modelId="{80E20865-9914-C04E-BD8B-BC1DDAB77761}" type="pres">
      <dgm:prSet presAssocID="{FEC2C26E-5BB9-AE46-A0FA-6C6CAC85FF80}" presName="Name50" presStyleLbl="parChTrans1D3" presStyleIdx="2" presStyleCnt="9"/>
      <dgm:spPr/>
    </dgm:pt>
    <dgm:pt modelId="{7BFEE6F9-FB60-2F4A-ACA2-AAB9924961D2}" type="pres">
      <dgm:prSet presAssocID="{DC5EED76-12BD-044D-AA7E-768E1CEF3998}" presName="hierRoot2" presStyleCnt="0">
        <dgm:presLayoutVars>
          <dgm:hierBranch val="init"/>
        </dgm:presLayoutVars>
      </dgm:prSet>
      <dgm:spPr/>
    </dgm:pt>
    <dgm:pt modelId="{89D15BCB-57BC-FF4C-875D-903E6D3D45EB}" type="pres">
      <dgm:prSet presAssocID="{DC5EED76-12BD-044D-AA7E-768E1CEF3998}" presName="rootComposite" presStyleCnt="0"/>
      <dgm:spPr/>
    </dgm:pt>
    <dgm:pt modelId="{396DF4DE-E233-0941-875A-563A9EAD872C}" type="pres">
      <dgm:prSet presAssocID="{DC5EED76-12BD-044D-AA7E-768E1CEF3998}" presName="rootText" presStyleLbl="node3" presStyleIdx="2" presStyleCnt="9">
        <dgm:presLayoutVars>
          <dgm:chPref val="3"/>
        </dgm:presLayoutVars>
      </dgm:prSet>
      <dgm:spPr/>
    </dgm:pt>
    <dgm:pt modelId="{FEFF34CB-7A61-1F4F-B37D-6260A86C0E55}" type="pres">
      <dgm:prSet presAssocID="{DC5EED76-12BD-044D-AA7E-768E1CEF3998}" presName="rootConnector" presStyleLbl="node3" presStyleIdx="2" presStyleCnt="9"/>
      <dgm:spPr/>
    </dgm:pt>
    <dgm:pt modelId="{EE8470E2-34B0-1940-8869-9895F583CCB9}" type="pres">
      <dgm:prSet presAssocID="{DC5EED76-12BD-044D-AA7E-768E1CEF3998}" presName="hierChild4" presStyleCnt="0"/>
      <dgm:spPr/>
    </dgm:pt>
    <dgm:pt modelId="{F2B5C567-407B-654E-B147-0D47DD637AFC}" type="pres">
      <dgm:prSet presAssocID="{DC5EED76-12BD-044D-AA7E-768E1CEF3998}" presName="hierChild5" presStyleCnt="0"/>
      <dgm:spPr/>
    </dgm:pt>
    <dgm:pt modelId="{FD790228-5267-074B-AC99-CAEE2CCCC1B5}" type="pres">
      <dgm:prSet presAssocID="{326BCFCE-B03C-034B-8FB9-A4703A819ED7}" presName="Name50" presStyleLbl="parChTrans1D3" presStyleIdx="3" presStyleCnt="9"/>
      <dgm:spPr/>
    </dgm:pt>
    <dgm:pt modelId="{04D3A5EE-706B-BD40-B266-80CE575A8FE1}" type="pres">
      <dgm:prSet presAssocID="{6B11798C-56C9-C74F-90AF-5AC378DC8DDC}" presName="hierRoot2" presStyleCnt="0">
        <dgm:presLayoutVars>
          <dgm:hierBranch val="init"/>
        </dgm:presLayoutVars>
      </dgm:prSet>
      <dgm:spPr/>
    </dgm:pt>
    <dgm:pt modelId="{3F3439A6-EE3E-7D43-A953-FED3E1910DEE}" type="pres">
      <dgm:prSet presAssocID="{6B11798C-56C9-C74F-90AF-5AC378DC8DDC}" presName="rootComposite" presStyleCnt="0"/>
      <dgm:spPr/>
    </dgm:pt>
    <dgm:pt modelId="{E990FF1C-912A-A445-A9E2-CD48C8C349A2}" type="pres">
      <dgm:prSet presAssocID="{6B11798C-56C9-C74F-90AF-5AC378DC8DDC}" presName="rootText" presStyleLbl="node3" presStyleIdx="3" presStyleCnt="9">
        <dgm:presLayoutVars>
          <dgm:chPref val="3"/>
        </dgm:presLayoutVars>
      </dgm:prSet>
      <dgm:spPr/>
    </dgm:pt>
    <dgm:pt modelId="{FAA9383E-9BAB-6D4F-B10C-6F98E9C49819}" type="pres">
      <dgm:prSet presAssocID="{6B11798C-56C9-C74F-90AF-5AC378DC8DDC}" presName="rootConnector" presStyleLbl="node3" presStyleIdx="3" presStyleCnt="9"/>
      <dgm:spPr/>
    </dgm:pt>
    <dgm:pt modelId="{8189F799-916A-DB45-91B2-19BFBC38335B}" type="pres">
      <dgm:prSet presAssocID="{6B11798C-56C9-C74F-90AF-5AC378DC8DDC}" presName="hierChild4" presStyleCnt="0"/>
      <dgm:spPr/>
    </dgm:pt>
    <dgm:pt modelId="{821859B1-9295-9E4C-90CB-E19E6D66527D}" type="pres">
      <dgm:prSet presAssocID="{6B11798C-56C9-C74F-90AF-5AC378DC8DDC}" presName="hierChild5" presStyleCnt="0"/>
      <dgm:spPr/>
    </dgm:pt>
    <dgm:pt modelId="{13414DA1-0CDF-1A40-B461-EB0F01864ACA}" type="pres">
      <dgm:prSet presAssocID="{E4DB764C-290F-A648-B62C-05EF81424823}" presName="hierChild5" presStyleCnt="0"/>
      <dgm:spPr/>
    </dgm:pt>
    <dgm:pt modelId="{F962C07D-1406-6B47-809A-2D555F259627}" type="pres">
      <dgm:prSet presAssocID="{58DFA117-C8D0-3B48-9B22-8850B684A1B4}" presName="Name37" presStyleLbl="parChTrans1D2" presStyleIdx="1" presStyleCnt="2"/>
      <dgm:spPr/>
    </dgm:pt>
    <dgm:pt modelId="{FA1C14CA-8DDA-884C-BC9C-E384FFD64E9A}" type="pres">
      <dgm:prSet presAssocID="{D7C16FD4-DA37-A748-970D-8F47C2B07381}" presName="hierRoot2" presStyleCnt="0">
        <dgm:presLayoutVars>
          <dgm:hierBranch val="init"/>
        </dgm:presLayoutVars>
      </dgm:prSet>
      <dgm:spPr/>
    </dgm:pt>
    <dgm:pt modelId="{B3A7DF1E-E022-B247-AB0B-D357CDC9EC10}" type="pres">
      <dgm:prSet presAssocID="{D7C16FD4-DA37-A748-970D-8F47C2B07381}" presName="rootComposite" presStyleCnt="0"/>
      <dgm:spPr/>
    </dgm:pt>
    <dgm:pt modelId="{81B8EE6F-C427-D24D-B367-3FF278ECB8B7}" type="pres">
      <dgm:prSet presAssocID="{D7C16FD4-DA37-A748-970D-8F47C2B07381}" presName="rootText" presStyleLbl="node2" presStyleIdx="1" presStyleCnt="2">
        <dgm:presLayoutVars>
          <dgm:chPref val="3"/>
        </dgm:presLayoutVars>
      </dgm:prSet>
      <dgm:spPr/>
    </dgm:pt>
    <dgm:pt modelId="{C1B29E60-6327-6540-8A45-C0071D693956}" type="pres">
      <dgm:prSet presAssocID="{D7C16FD4-DA37-A748-970D-8F47C2B07381}" presName="rootConnector" presStyleLbl="node2" presStyleIdx="1" presStyleCnt="2"/>
      <dgm:spPr/>
    </dgm:pt>
    <dgm:pt modelId="{DB25BFE3-7ED9-2341-8734-0F1846682C88}" type="pres">
      <dgm:prSet presAssocID="{D7C16FD4-DA37-A748-970D-8F47C2B07381}" presName="hierChild4" presStyleCnt="0"/>
      <dgm:spPr/>
    </dgm:pt>
    <dgm:pt modelId="{1D03743A-BAD7-D04D-ADC2-93AA6B5B6601}" type="pres">
      <dgm:prSet presAssocID="{9DB81B9D-5C41-C84F-938C-C88BDF0AE6B9}" presName="Name37" presStyleLbl="parChTrans1D3" presStyleIdx="4" presStyleCnt="9"/>
      <dgm:spPr/>
    </dgm:pt>
    <dgm:pt modelId="{0FCD7B12-9A4E-A044-BD67-2D380333621A}" type="pres">
      <dgm:prSet presAssocID="{D7DD254E-C32C-A940-9089-7C289E78D8E7}" presName="hierRoot2" presStyleCnt="0">
        <dgm:presLayoutVars>
          <dgm:hierBranch val="init"/>
        </dgm:presLayoutVars>
      </dgm:prSet>
      <dgm:spPr/>
    </dgm:pt>
    <dgm:pt modelId="{BA52334B-FE94-AE4A-81A6-C7C38DDBC408}" type="pres">
      <dgm:prSet presAssocID="{D7DD254E-C32C-A940-9089-7C289E78D8E7}" presName="rootComposite" presStyleCnt="0"/>
      <dgm:spPr/>
    </dgm:pt>
    <dgm:pt modelId="{AA94D252-E6A8-DD48-A6F1-906BB94F2CD9}" type="pres">
      <dgm:prSet presAssocID="{D7DD254E-C32C-A940-9089-7C289E78D8E7}" presName="rootText" presStyleLbl="node3" presStyleIdx="4" presStyleCnt="9">
        <dgm:presLayoutVars>
          <dgm:chPref val="3"/>
        </dgm:presLayoutVars>
      </dgm:prSet>
      <dgm:spPr/>
    </dgm:pt>
    <dgm:pt modelId="{4B4C1ABE-3D04-DC42-B874-79A636C6D5BB}" type="pres">
      <dgm:prSet presAssocID="{D7DD254E-C32C-A940-9089-7C289E78D8E7}" presName="rootConnector" presStyleLbl="node3" presStyleIdx="4" presStyleCnt="9"/>
      <dgm:spPr/>
    </dgm:pt>
    <dgm:pt modelId="{0058F803-9B20-574B-AD93-BA7972922D99}" type="pres">
      <dgm:prSet presAssocID="{D7DD254E-C32C-A940-9089-7C289E78D8E7}" presName="hierChild4" presStyleCnt="0"/>
      <dgm:spPr/>
    </dgm:pt>
    <dgm:pt modelId="{9F99783D-EB57-8B44-AD4B-79AD2B8FF5A4}" type="pres">
      <dgm:prSet presAssocID="{D7DD254E-C32C-A940-9089-7C289E78D8E7}" presName="hierChild5" presStyleCnt="0"/>
      <dgm:spPr/>
    </dgm:pt>
    <dgm:pt modelId="{3C91CF51-CB3B-EF49-B11F-1852A6B80AEF}" type="pres">
      <dgm:prSet presAssocID="{72A8D8B4-96F5-A540-AF83-6185B6C5764D}" presName="Name37" presStyleLbl="parChTrans1D3" presStyleIdx="5" presStyleCnt="9"/>
      <dgm:spPr/>
    </dgm:pt>
    <dgm:pt modelId="{304D192D-1DD8-D346-BA4A-6BD2C4F563ED}" type="pres">
      <dgm:prSet presAssocID="{1781187B-9CD4-B041-AD93-D06A3BAB5259}" presName="hierRoot2" presStyleCnt="0">
        <dgm:presLayoutVars>
          <dgm:hierBranch val="init"/>
        </dgm:presLayoutVars>
      </dgm:prSet>
      <dgm:spPr/>
    </dgm:pt>
    <dgm:pt modelId="{3172CB69-44C4-594C-AC11-6566FE63DEBF}" type="pres">
      <dgm:prSet presAssocID="{1781187B-9CD4-B041-AD93-D06A3BAB5259}" presName="rootComposite" presStyleCnt="0"/>
      <dgm:spPr/>
    </dgm:pt>
    <dgm:pt modelId="{BB9925A6-33A3-C444-A1C4-2BBDCCBF32B0}" type="pres">
      <dgm:prSet presAssocID="{1781187B-9CD4-B041-AD93-D06A3BAB5259}" presName="rootText" presStyleLbl="node3" presStyleIdx="5" presStyleCnt="9">
        <dgm:presLayoutVars>
          <dgm:chPref val="3"/>
        </dgm:presLayoutVars>
      </dgm:prSet>
      <dgm:spPr/>
    </dgm:pt>
    <dgm:pt modelId="{68EE7CF9-3EDB-BE49-90CD-6F75F87585D8}" type="pres">
      <dgm:prSet presAssocID="{1781187B-9CD4-B041-AD93-D06A3BAB5259}" presName="rootConnector" presStyleLbl="node3" presStyleIdx="5" presStyleCnt="9"/>
      <dgm:spPr/>
    </dgm:pt>
    <dgm:pt modelId="{5C29B42A-05A0-F447-9E9C-2B8A82CAEC14}" type="pres">
      <dgm:prSet presAssocID="{1781187B-9CD4-B041-AD93-D06A3BAB5259}" presName="hierChild4" presStyleCnt="0"/>
      <dgm:spPr/>
    </dgm:pt>
    <dgm:pt modelId="{E0AD5AB2-F823-894D-89BD-2E24329C5F2C}" type="pres">
      <dgm:prSet presAssocID="{1781187B-9CD4-B041-AD93-D06A3BAB5259}" presName="hierChild5" presStyleCnt="0"/>
      <dgm:spPr/>
    </dgm:pt>
    <dgm:pt modelId="{534B294E-DCE0-9748-9A74-32023DFFF67B}" type="pres">
      <dgm:prSet presAssocID="{E33EAB22-9833-964B-946F-D938B741601E}" presName="Name37" presStyleLbl="parChTrans1D3" presStyleIdx="6" presStyleCnt="9"/>
      <dgm:spPr/>
    </dgm:pt>
    <dgm:pt modelId="{5AE94E07-6D80-754B-A66F-68B4D3B019EE}" type="pres">
      <dgm:prSet presAssocID="{70C8E38E-5E60-4D4A-B5D0-4534906D72A5}" presName="hierRoot2" presStyleCnt="0">
        <dgm:presLayoutVars>
          <dgm:hierBranch val="init"/>
        </dgm:presLayoutVars>
      </dgm:prSet>
      <dgm:spPr/>
    </dgm:pt>
    <dgm:pt modelId="{0BF6F762-00A7-CF4D-9172-19FCB3861D4C}" type="pres">
      <dgm:prSet presAssocID="{70C8E38E-5E60-4D4A-B5D0-4534906D72A5}" presName="rootComposite" presStyleCnt="0"/>
      <dgm:spPr/>
    </dgm:pt>
    <dgm:pt modelId="{C2540164-E722-9642-A8A6-669AD7886322}" type="pres">
      <dgm:prSet presAssocID="{70C8E38E-5E60-4D4A-B5D0-4534906D72A5}" presName="rootText" presStyleLbl="node3" presStyleIdx="6" presStyleCnt="9">
        <dgm:presLayoutVars>
          <dgm:chPref val="3"/>
        </dgm:presLayoutVars>
      </dgm:prSet>
      <dgm:spPr/>
    </dgm:pt>
    <dgm:pt modelId="{461B6049-6A11-584C-8E85-0FFE1F41CC28}" type="pres">
      <dgm:prSet presAssocID="{70C8E38E-5E60-4D4A-B5D0-4534906D72A5}" presName="rootConnector" presStyleLbl="node3" presStyleIdx="6" presStyleCnt="9"/>
      <dgm:spPr/>
    </dgm:pt>
    <dgm:pt modelId="{B6671BF6-8CA5-6241-91DB-DE2686CD2865}" type="pres">
      <dgm:prSet presAssocID="{70C8E38E-5E60-4D4A-B5D0-4534906D72A5}" presName="hierChild4" presStyleCnt="0"/>
      <dgm:spPr/>
    </dgm:pt>
    <dgm:pt modelId="{CD65BE88-9DB1-9D4F-A891-AD59BD791E3D}" type="pres">
      <dgm:prSet presAssocID="{70C8E38E-5E60-4D4A-B5D0-4534906D72A5}" presName="hierChild5" presStyleCnt="0"/>
      <dgm:spPr/>
    </dgm:pt>
    <dgm:pt modelId="{9275FB96-F692-6845-A54E-50DF78121EC8}" type="pres">
      <dgm:prSet presAssocID="{6B38882B-053F-EA49-AEA1-1CA89F65546B}" presName="Name37" presStyleLbl="parChTrans1D3" presStyleIdx="7" presStyleCnt="9"/>
      <dgm:spPr/>
    </dgm:pt>
    <dgm:pt modelId="{178B5502-FE28-F84E-A937-589E4CD2979B}" type="pres">
      <dgm:prSet presAssocID="{D9A69548-B202-F44C-95E9-D7833166FA8E}" presName="hierRoot2" presStyleCnt="0">
        <dgm:presLayoutVars>
          <dgm:hierBranch val="init"/>
        </dgm:presLayoutVars>
      </dgm:prSet>
      <dgm:spPr/>
    </dgm:pt>
    <dgm:pt modelId="{5F2441CC-B173-E349-8AF1-1E73EFE0D05A}" type="pres">
      <dgm:prSet presAssocID="{D9A69548-B202-F44C-95E9-D7833166FA8E}" presName="rootComposite" presStyleCnt="0"/>
      <dgm:spPr/>
    </dgm:pt>
    <dgm:pt modelId="{02D7BCE3-0906-1143-9E2F-7ABB7E4A5FC3}" type="pres">
      <dgm:prSet presAssocID="{D9A69548-B202-F44C-95E9-D7833166FA8E}" presName="rootText" presStyleLbl="node3" presStyleIdx="7" presStyleCnt="9">
        <dgm:presLayoutVars>
          <dgm:chPref val="3"/>
        </dgm:presLayoutVars>
      </dgm:prSet>
      <dgm:spPr/>
    </dgm:pt>
    <dgm:pt modelId="{89F86BD4-7035-3848-8090-62A4D1DDEF85}" type="pres">
      <dgm:prSet presAssocID="{D9A69548-B202-F44C-95E9-D7833166FA8E}" presName="rootConnector" presStyleLbl="node3" presStyleIdx="7" presStyleCnt="9"/>
      <dgm:spPr/>
    </dgm:pt>
    <dgm:pt modelId="{53CFC1AD-0F5F-944B-AFB8-D73CEC242945}" type="pres">
      <dgm:prSet presAssocID="{D9A69548-B202-F44C-95E9-D7833166FA8E}" presName="hierChild4" presStyleCnt="0"/>
      <dgm:spPr/>
    </dgm:pt>
    <dgm:pt modelId="{C1D88B8D-01F5-0549-8561-1E538633CA00}" type="pres">
      <dgm:prSet presAssocID="{D9A69548-B202-F44C-95E9-D7833166FA8E}" presName="hierChild5" presStyleCnt="0"/>
      <dgm:spPr/>
    </dgm:pt>
    <dgm:pt modelId="{3E958045-80E0-144E-BC21-D077909A56E7}" type="pres">
      <dgm:prSet presAssocID="{ED4C2D4C-B91B-7F49-98D6-306393B8D015}" presName="Name37" presStyleLbl="parChTrans1D3" presStyleIdx="8" presStyleCnt="9"/>
      <dgm:spPr/>
    </dgm:pt>
    <dgm:pt modelId="{8D1E9E3D-EC44-C848-9FFE-2E37E4ED1C1E}" type="pres">
      <dgm:prSet presAssocID="{FB04902D-DAFE-5A4B-96FC-2B50AC35F27C}" presName="hierRoot2" presStyleCnt="0">
        <dgm:presLayoutVars>
          <dgm:hierBranch val="init"/>
        </dgm:presLayoutVars>
      </dgm:prSet>
      <dgm:spPr/>
    </dgm:pt>
    <dgm:pt modelId="{59BB67C2-EA49-574D-A68E-68D8FE67EB6A}" type="pres">
      <dgm:prSet presAssocID="{FB04902D-DAFE-5A4B-96FC-2B50AC35F27C}" presName="rootComposite" presStyleCnt="0"/>
      <dgm:spPr/>
    </dgm:pt>
    <dgm:pt modelId="{BC3FDBA1-E738-C940-87F6-AF60A65B7DC0}" type="pres">
      <dgm:prSet presAssocID="{FB04902D-DAFE-5A4B-96FC-2B50AC35F27C}" presName="rootText" presStyleLbl="node3" presStyleIdx="8" presStyleCnt="9">
        <dgm:presLayoutVars>
          <dgm:chPref val="3"/>
        </dgm:presLayoutVars>
      </dgm:prSet>
      <dgm:spPr/>
    </dgm:pt>
    <dgm:pt modelId="{A6787303-1991-F64B-BCA1-1D22DC858AA5}" type="pres">
      <dgm:prSet presAssocID="{FB04902D-DAFE-5A4B-96FC-2B50AC35F27C}" presName="rootConnector" presStyleLbl="node3" presStyleIdx="8" presStyleCnt="9"/>
      <dgm:spPr/>
    </dgm:pt>
    <dgm:pt modelId="{F3F97C91-E88C-B349-B918-5F6F4961DA03}" type="pres">
      <dgm:prSet presAssocID="{FB04902D-DAFE-5A4B-96FC-2B50AC35F27C}" presName="hierChild4" presStyleCnt="0"/>
      <dgm:spPr/>
    </dgm:pt>
    <dgm:pt modelId="{9DD32BA6-B1A6-C840-A5C4-EC1E33B54D34}" type="pres">
      <dgm:prSet presAssocID="{FB04902D-DAFE-5A4B-96FC-2B50AC35F27C}" presName="hierChild5" presStyleCnt="0"/>
      <dgm:spPr/>
    </dgm:pt>
    <dgm:pt modelId="{36BCD700-871F-C343-A467-83100022831C}" type="pres">
      <dgm:prSet presAssocID="{D7C16FD4-DA37-A748-970D-8F47C2B07381}" presName="hierChild5" presStyleCnt="0"/>
      <dgm:spPr/>
    </dgm:pt>
    <dgm:pt modelId="{8A093BBC-640D-0B41-85FA-D9D2394F4EAA}" type="pres">
      <dgm:prSet presAssocID="{E9B18D12-BB94-D646-8356-D646C1DB73F7}" presName="hierChild3" presStyleCnt="0"/>
      <dgm:spPr/>
    </dgm:pt>
  </dgm:ptLst>
  <dgm:cxnLst>
    <dgm:cxn modelId="{4E6AF900-75F2-B541-B738-19C4D5D647E4}" type="presOf" srcId="{06A7DDE3-22C4-9740-B8C5-DA92066CBC33}" destId="{98A6CD1F-AAAC-9442-A08E-1B93B913FAD4}" srcOrd="0" destOrd="0" presId="urn:microsoft.com/office/officeart/2005/8/layout/orgChart1"/>
    <dgm:cxn modelId="{616E4504-2F07-6543-B7B3-DE22F4BB6FB2}" srcId="{D7C16FD4-DA37-A748-970D-8F47C2B07381}" destId="{D9A69548-B202-F44C-95E9-D7833166FA8E}" srcOrd="3" destOrd="0" parTransId="{6B38882B-053F-EA49-AEA1-1CA89F65546B}" sibTransId="{094682E7-3FFA-A544-9C08-CB4FA9DC259E}"/>
    <dgm:cxn modelId="{022FDB0D-6D8B-A246-92D8-55B6F52AF53B}" type="presOf" srcId="{E4DB764C-290F-A648-B62C-05EF81424823}" destId="{FBDE427F-F77B-1A4F-92F9-795926601C68}" srcOrd="1" destOrd="0" presId="urn:microsoft.com/office/officeart/2005/8/layout/orgChart1"/>
    <dgm:cxn modelId="{5A88200E-87FF-7547-8881-1FBFB6C03112}" srcId="{D7C16FD4-DA37-A748-970D-8F47C2B07381}" destId="{70C8E38E-5E60-4D4A-B5D0-4534906D72A5}" srcOrd="2" destOrd="0" parTransId="{E33EAB22-9833-964B-946F-D938B741601E}" sibTransId="{B97E2579-ABFE-124C-8E26-5E1C16AEA7E8}"/>
    <dgm:cxn modelId="{F7D9A817-B654-4E4A-82B5-7CAABD76BC6F}" srcId="{E9B18D12-BB94-D646-8356-D646C1DB73F7}" destId="{E4DB764C-290F-A648-B62C-05EF81424823}" srcOrd="0" destOrd="0" parTransId="{7E3D79D4-53AA-0747-A90A-6D79DFE84F2C}" sibTransId="{709DF25C-5116-4E4A-A70E-4AF162002E5F}"/>
    <dgm:cxn modelId="{6B32EB17-6552-364B-A0C6-EE0F4C55B706}" type="presOf" srcId="{FB04902D-DAFE-5A4B-96FC-2B50AC35F27C}" destId="{BC3FDBA1-E738-C940-87F6-AF60A65B7DC0}" srcOrd="0" destOrd="0" presId="urn:microsoft.com/office/officeart/2005/8/layout/orgChart1"/>
    <dgm:cxn modelId="{45AAD219-F8A1-694B-B769-B271F5CEBB24}" type="presOf" srcId="{D9A69548-B202-F44C-95E9-D7833166FA8E}" destId="{89F86BD4-7035-3848-8090-62A4D1DDEF85}" srcOrd="1" destOrd="0" presId="urn:microsoft.com/office/officeart/2005/8/layout/orgChart1"/>
    <dgm:cxn modelId="{F8839C1E-EAEC-8F47-917F-4D72A90D1D34}" type="presOf" srcId="{E4DB764C-290F-A648-B62C-05EF81424823}" destId="{BA83EC1C-8FE6-7B43-96DA-7E2CE59974AD}" srcOrd="0" destOrd="0" presId="urn:microsoft.com/office/officeart/2005/8/layout/orgChart1"/>
    <dgm:cxn modelId="{73DB3020-1114-FA41-B0E7-6A6BB5C08946}" type="presOf" srcId="{DC5EED76-12BD-044D-AA7E-768E1CEF3998}" destId="{396DF4DE-E233-0941-875A-563A9EAD872C}" srcOrd="0" destOrd="0" presId="urn:microsoft.com/office/officeart/2005/8/layout/orgChart1"/>
    <dgm:cxn modelId="{8C28A624-7CCF-554E-8FC1-AD1A9EA29309}" type="presOf" srcId="{1781187B-9CD4-B041-AD93-D06A3BAB5259}" destId="{BB9925A6-33A3-C444-A1C4-2BBDCCBF32B0}" srcOrd="0" destOrd="0" presId="urn:microsoft.com/office/officeart/2005/8/layout/orgChart1"/>
    <dgm:cxn modelId="{5712A125-3C79-EF44-B5C0-CB3323B3AA55}" type="presOf" srcId="{72A8D8B4-96F5-A540-AF83-6185B6C5764D}" destId="{3C91CF51-CB3B-EF49-B11F-1852A6B80AEF}" srcOrd="0" destOrd="0" presId="urn:microsoft.com/office/officeart/2005/8/layout/orgChart1"/>
    <dgm:cxn modelId="{2C9FE027-B254-C74D-9DA5-588DD3F57FEE}" type="presOf" srcId="{E33EAB22-9833-964B-946F-D938B741601E}" destId="{534B294E-DCE0-9748-9A74-32023DFFF67B}" srcOrd="0" destOrd="0" presId="urn:microsoft.com/office/officeart/2005/8/layout/orgChart1"/>
    <dgm:cxn modelId="{30B3432F-07DE-A942-B7DF-0DDBF8BBE32C}" type="presOf" srcId="{D7C16FD4-DA37-A748-970D-8F47C2B07381}" destId="{C1B29E60-6327-6540-8A45-C0071D693956}" srcOrd="1" destOrd="0" presId="urn:microsoft.com/office/officeart/2005/8/layout/orgChart1"/>
    <dgm:cxn modelId="{FC82D235-603B-CC4F-9051-874D2C230710}" type="presOf" srcId="{E9B18D12-BB94-D646-8356-D646C1DB73F7}" destId="{7B3702D2-1931-0F45-8623-DAA44EAD548C}" srcOrd="0" destOrd="0" presId="urn:microsoft.com/office/officeart/2005/8/layout/orgChart1"/>
    <dgm:cxn modelId="{BB21B338-F7BD-874A-AF9F-521F8C3A6778}" type="presOf" srcId="{D7C16FD4-DA37-A748-970D-8F47C2B07381}" destId="{81B8EE6F-C427-D24D-B367-3FF278ECB8B7}" srcOrd="0" destOrd="0" presId="urn:microsoft.com/office/officeart/2005/8/layout/orgChart1"/>
    <dgm:cxn modelId="{3D69504F-CC6F-DE45-8D51-BB23AE734672}" srcId="{E4DB764C-290F-A648-B62C-05EF81424823}" destId="{C11855CB-44D8-9B4A-B6AC-90D90B363707}" srcOrd="0" destOrd="0" parTransId="{4A12ACF7-D032-B54E-A7B8-421623AE978B}" sibTransId="{B8817010-D6D0-DB41-84F5-9C03370B5EE7}"/>
    <dgm:cxn modelId="{A0953851-754B-CD46-A13E-8CB18A55B900}" type="presOf" srcId="{4A12ACF7-D032-B54E-A7B8-421623AE978B}" destId="{284C87FE-3792-4A44-B541-E991AFFB99DF}" srcOrd="0" destOrd="0" presId="urn:microsoft.com/office/officeart/2005/8/layout/orgChart1"/>
    <dgm:cxn modelId="{27AD4B61-FDF7-354D-BB66-705A288AE436}" type="presOf" srcId="{00186B19-53BB-2C4E-A8FB-B1ACD13FF5CC}" destId="{2771D554-1371-784F-807D-21F44D1BC958}" srcOrd="0" destOrd="0" presId="urn:microsoft.com/office/officeart/2005/8/layout/orgChart1"/>
    <dgm:cxn modelId="{0D77346A-56E3-8A4C-A92C-51E2907F3BE7}" type="presOf" srcId="{6B11798C-56C9-C74F-90AF-5AC378DC8DDC}" destId="{E990FF1C-912A-A445-A9E2-CD48C8C349A2}" srcOrd="0" destOrd="0" presId="urn:microsoft.com/office/officeart/2005/8/layout/orgChart1"/>
    <dgm:cxn modelId="{F841F96A-D271-3141-857A-E2D05087318E}" type="presOf" srcId="{C11855CB-44D8-9B4A-B6AC-90D90B363707}" destId="{BD9AD241-C6A9-7340-85CF-71D92B40B8A6}" srcOrd="0" destOrd="0" presId="urn:microsoft.com/office/officeart/2005/8/layout/orgChart1"/>
    <dgm:cxn modelId="{0F2CC46B-F8FD-A04C-B5C2-3E35FC4D5619}" type="presOf" srcId="{6B38882B-053F-EA49-AEA1-1CA89F65546B}" destId="{9275FB96-F692-6845-A54E-50DF78121EC8}" srcOrd="0" destOrd="0" presId="urn:microsoft.com/office/officeart/2005/8/layout/orgChart1"/>
    <dgm:cxn modelId="{93E6FB72-F353-1E45-BD47-E5BE8DDC46BF}" type="presOf" srcId="{1781187B-9CD4-B041-AD93-D06A3BAB5259}" destId="{68EE7CF9-3EDB-BE49-90CD-6F75F87585D8}" srcOrd="1" destOrd="0" presId="urn:microsoft.com/office/officeart/2005/8/layout/orgChart1"/>
    <dgm:cxn modelId="{76AB8073-5393-344E-A896-C2F5D3F61DCD}" type="presOf" srcId="{DC5EED76-12BD-044D-AA7E-768E1CEF3998}" destId="{FEFF34CB-7A61-1F4F-B37D-6260A86C0E55}" srcOrd="1" destOrd="0" presId="urn:microsoft.com/office/officeart/2005/8/layout/orgChart1"/>
    <dgm:cxn modelId="{28D11876-FB22-824E-8837-0615DAE68C38}" type="presOf" srcId="{58DFA117-C8D0-3B48-9B22-8850B684A1B4}" destId="{F962C07D-1406-6B47-809A-2D555F259627}" srcOrd="0" destOrd="0" presId="urn:microsoft.com/office/officeart/2005/8/layout/orgChart1"/>
    <dgm:cxn modelId="{DDA29C76-4C6D-234A-81EE-86D611D38CF8}" srcId="{D7C16FD4-DA37-A748-970D-8F47C2B07381}" destId="{FB04902D-DAFE-5A4B-96FC-2B50AC35F27C}" srcOrd="4" destOrd="0" parTransId="{ED4C2D4C-B91B-7F49-98D6-306393B8D015}" sibTransId="{B584EFE4-44EB-9E44-96AD-A717042C7DF7}"/>
    <dgm:cxn modelId="{DB3DB377-A618-F346-B709-EE518DC16E2E}" srcId="{E4DB764C-290F-A648-B62C-05EF81424823}" destId="{6B11798C-56C9-C74F-90AF-5AC378DC8DDC}" srcOrd="3" destOrd="0" parTransId="{326BCFCE-B03C-034B-8FB9-A4703A819ED7}" sibTransId="{BF3C4B91-BBE6-3742-B36C-413AC008D2D8}"/>
    <dgm:cxn modelId="{B1522479-29CE-FB47-83DB-42E22377B5E3}" type="presOf" srcId="{70C8E38E-5E60-4D4A-B5D0-4534906D72A5}" destId="{C2540164-E722-9642-A8A6-669AD7886322}" srcOrd="0" destOrd="0" presId="urn:microsoft.com/office/officeart/2005/8/layout/orgChart1"/>
    <dgm:cxn modelId="{D9B3ED79-BF41-ED47-8380-8E56AD1C86A4}" srcId="{E9B18D12-BB94-D646-8356-D646C1DB73F7}" destId="{D7C16FD4-DA37-A748-970D-8F47C2B07381}" srcOrd="1" destOrd="0" parTransId="{58DFA117-C8D0-3B48-9B22-8850B684A1B4}" sibTransId="{7EF79DA2-60E0-D349-A38B-3B88C7D5AAD2}"/>
    <dgm:cxn modelId="{6F42217C-D45D-364C-8FC0-A42A0D1BCC28}" type="presOf" srcId="{5BD8F8A0-9EF3-C64B-B861-D5CC28983059}" destId="{35E0F579-6378-844A-B829-F0EC059B4529}" srcOrd="0" destOrd="0" presId="urn:microsoft.com/office/officeart/2005/8/layout/orgChart1"/>
    <dgm:cxn modelId="{310CA995-4450-F34C-9506-FEBAC6F01967}" type="presOf" srcId="{326BCFCE-B03C-034B-8FB9-A4703A819ED7}" destId="{FD790228-5267-074B-AC99-CAEE2CCCC1B5}" srcOrd="0" destOrd="0" presId="urn:microsoft.com/office/officeart/2005/8/layout/orgChart1"/>
    <dgm:cxn modelId="{0D8B229E-45AD-3341-8178-C4ABDB5879E1}" type="presOf" srcId="{9DB81B9D-5C41-C84F-938C-C88BDF0AE6B9}" destId="{1D03743A-BAD7-D04D-ADC2-93AA6B5B6601}" srcOrd="0" destOrd="0" presId="urn:microsoft.com/office/officeart/2005/8/layout/orgChart1"/>
    <dgm:cxn modelId="{AB9D3F9F-FCF5-9949-83DF-22D976EDD659}" srcId="{D7C16FD4-DA37-A748-970D-8F47C2B07381}" destId="{1781187B-9CD4-B041-AD93-D06A3BAB5259}" srcOrd="1" destOrd="0" parTransId="{72A8D8B4-96F5-A540-AF83-6185B6C5764D}" sibTransId="{5682578E-EBFA-A143-97C0-17D6E1C9AD98}"/>
    <dgm:cxn modelId="{D763DAA4-48F3-6E48-A545-3BB4EBCF65DB}" srcId="{D7C16FD4-DA37-A748-970D-8F47C2B07381}" destId="{D7DD254E-C32C-A940-9089-7C289E78D8E7}" srcOrd="0" destOrd="0" parTransId="{9DB81B9D-5C41-C84F-938C-C88BDF0AE6B9}" sibTransId="{CDCFB201-FC58-A544-A4A9-B4FFC5682BA2}"/>
    <dgm:cxn modelId="{31E1D6B5-C1BA-9C4A-8149-77CD81E73B14}" type="presOf" srcId="{06A7DDE3-22C4-9740-B8C5-DA92066CBC33}" destId="{AA8DF12C-4924-FF44-9FFB-A4CA12082684}" srcOrd="1" destOrd="0" presId="urn:microsoft.com/office/officeart/2005/8/layout/orgChart1"/>
    <dgm:cxn modelId="{3E6B98B6-837C-FD4F-B773-E03980AFC78E}" type="presOf" srcId="{70C8E38E-5E60-4D4A-B5D0-4534906D72A5}" destId="{461B6049-6A11-584C-8E85-0FFE1F41CC28}" srcOrd="1" destOrd="0" presId="urn:microsoft.com/office/officeart/2005/8/layout/orgChart1"/>
    <dgm:cxn modelId="{C0EFA1C1-0F7A-0E46-87CA-775DFBD65365}" srcId="{E4DB764C-290F-A648-B62C-05EF81424823}" destId="{DC5EED76-12BD-044D-AA7E-768E1CEF3998}" srcOrd="2" destOrd="0" parTransId="{FEC2C26E-5BB9-AE46-A0FA-6C6CAC85FF80}" sibTransId="{0C83008F-87FE-3E40-B8D1-4F61CB34D583}"/>
    <dgm:cxn modelId="{376C2BC5-7DE9-B34B-B636-9755BDBA3913}" srcId="{5BD8F8A0-9EF3-C64B-B861-D5CC28983059}" destId="{E9B18D12-BB94-D646-8356-D646C1DB73F7}" srcOrd="0" destOrd="0" parTransId="{426562A9-3D83-104B-AEFB-B6B8E3100AEB}" sibTransId="{C1B77D19-E5E1-F54C-8382-95367DDD15AC}"/>
    <dgm:cxn modelId="{A9C588C6-C0E7-3648-9295-7DB39FF7A821}" type="presOf" srcId="{7E3D79D4-53AA-0747-A90A-6D79DFE84F2C}" destId="{3C0F3557-2E06-A548-97C8-0912F40BA785}" srcOrd="0" destOrd="0" presId="urn:microsoft.com/office/officeart/2005/8/layout/orgChart1"/>
    <dgm:cxn modelId="{183B57CD-4D5E-2F4E-80CA-62F53F6BD4D2}" type="presOf" srcId="{D7DD254E-C32C-A940-9089-7C289E78D8E7}" destId="{4B4C1ABE-3D04-DC42-B874-79A636C6D5BB}" srcOrd="1" destOrd="0" presId="urn:microsoft.com/office/officeart/2005/8/layout/orgChart1"/>
    <dgm:cxn modelId="{1559CFCE-543C-3D49-B249-8FE1F9F6EECA}" type="presOf" srcId="{C11855CB-44D8-9B4A-B6AC-90D90B363707}" destId="{3F3CD0EF-FB0A-F94D-B96D-C0DE34C90DA7}" srcOrd="1" destOrd="0" presId="urn:microsoft.com/office/officeart/2005/8/layout/orgChart1"/>
    <dgm:cxn modelId="{3DD939D5-07AE-FF49-A906-5BCD356D1197}" srcId="{E4DB764C-290F-A648-B62C-05EF81424823}" destId="{06A7DDE3-22C4-9740-B8C5-DA92066CBC33}" srcOrd="1" destOrd="0" parTransId="{00186B19-53BB-2C4E-A8FB-B1ACD13FF5CC}" sibTransId="{6C334BC4-AB22-5F46-AC88-1091D2E5F687}"/>
    <dgm:cxn modelId="{E60EF2D9-BCA8-1143-BE65-4F1B45A55149}" type="presOf" srcId="{D7DD254E-C32C-A940-9089-7C289E78D8E7}" destId="{AA94D252-E6A8-DD48-A6F1-906BB94F2CD9}" srcOrd="0" destOrd="0" presId="urn:microsoft.com/office/officeart/2005/8/layout/orgChart1"/>
    <dgm:cxn modelId="{E391CEE1-4E92-5B44-8C32-2AE9E8835131}" type="presOf" srcId="{6B11798C-56C9-C74F-90AF-5AC378DC8DDC}" destId="{FAA9383E-9BAB-6D4F-B10C-6F98E9C49819}" srcOrd="1" destOrd="0" presId="urn:microsoft.com/office/officeart/2005/8/layout/orgChart1"/>
    <dgm:cxn modelId="{46CF1CE7-5199-F644-B2C2-B10A54AD4EEC}" type="presOf" srcId="{FEC2C26E-5BB9-AE46-A0FA-6C6CAC85FF80}" destId="{80E20865-9914-C04E-BD8B-BC1DDAB77761}" srcOrd="0" destOrd="0" presId="urn:microsoft.com/office/officeart/2005/8/layout/orgChart1"/>
    <dgm:cxn modelId="{968447ED-BE87-7846-845D-BE35E4A64372}" type="presOf" srcId="{D9A69548-B202-F44C-95E9-D7833166FA8E}" destId="{02D7BCE3-0906-1143-9E2F-7ABB7E4A5FC3}" srcOrd="0" destOrd="0" presId="urn:microsoft.com/office/officeart/2005/8/layout/orgChart1"/>
    <dgm:cxn modelId="{F2933CEF-2A94-754F-BABC-F95197E0C6C0}" type="presOf" srcId="{ED4C2D4C-B91B-7F49-98D6-306393B8D015}" destId="{3E958045-80E0-144E-BC21-D077909A56E7}" srcOrd="0" destOrd="0" presId="urn:microsoft.com/office/officeart/2005/8/layout/orgChart1"/>
    <dgm:cxn modelId="{2264F6F3-387D-C64E-9807-6F3DA5F8361F}" type="presOf" srcId="{E9B18D12-BB94-D646-8356-D646C1DB73F7}" destId="{B449E4A6-8044-124D-897C-47A5A3139736}" srcOrd="1" destOrd="0" presId="urn:microsoft.com/office/officeart/2005/8/layout/orgChart1"/>
    <dgm:cxn modelId="{188AC7FF-4593-C840-AA50-4228721090A6}" type="presOf" srcId="{FB04902D-DAFE-5A4B-96FC-2B50AC35F27C}" destId="{A6787303-1991-F64B-BCA1-1D22DC858AA5}" srcOrd="1" destOrd="0" presId="urn:microsoft.com/office/officeart/2005/8/layout/orgChart1"/>
    <dgm:cxn modelId="{57AB1F78-0AA3-9C44-85EF-FF603A40CC03}" type="presParOf" srcId="{35E0F579-6378-844A-B829-F0EC059B4529}" destId="{D2E260B0-D295-2442-8926-C1AFF17872A9}" srcOrd="0" destOrd="0" presId="urn:microsoft.com/office/officeart/2005/8/layout/orgChart1"/>
    <dgm:cxn modelId="{A07C80D7-4084-2B44-984C-A8869BA0649B}" type="presParOf" srcId="{D2E260B0-D295-2442-8926-C1AFF17872A9}" destId="{C6CB0AF2-6E2A-C340-A7CE-FBE4F45F9607}" srcOrd="0" destOrd="0" presId="urn:microsoft.com/office/officeart/2005/8/layout/orgChart1"/>
    <dgm:cxn modelId="{F563D86E-7380-664D-B99A-71477237AD4B}" type="presParOf" srcId="{C6CB0AF2-6E2A-C340-A7CE-FBE4F45F9607}" destId="{7B3702D2-1931-0F45-8623-DAA44EAD548C}" srcOrd="0" destOrd="0" presId="urn:microsoft.com/office/officeart/2005/8/layout/orgChart1"/>
    <dgm:cxn modelId="{FD716681-89D0-2D4D-927F-B7E3F759C182}" type="presParOf" srcId="{C6CB0AF2-6E2A-C340-A7CE-FBE4F45F9607}" destId="{B449E4A6-8044-124D-897C-47A5A3139736}" srcOrd="1" destOrd="0" presId="urn:microsoft.com/office/officeart/2005/8/layout/orgChart1"/>
    <dgm:cxn modelId="{5DABF36B-2F35-F648-8EEF-171C22278159}" type="presParOf" srcId="{D2E260B0-D295-2442-8926-C1AFF17872A9}" destId="{68FD29D6-C549-2A4B-BFD9-22EAF4CAF4EB}" srcOrd="1" destOrd="0" presId="urn:microsoft.com/office/officeart/2005/8/layout/orgChart1"/>
    <dgm:cxn modelId="{40C0F28D-6C4F-104A-AE5C-3C98F05E3526}" type="presParOf" srcId="{68FD29D6-C549-2A4B-BFD9-22EAF4CAF4EB}" destId="{3C0F3557-2E06-A548-97C8-0912F40BA785}" srcOrd="0" destOrd="0" presId="urn:microsoft.com/office/officeart/2005/8/layout/orgChart1"/>
    <dgm:cxn modelId="{1ED51198-9430-4145-958C-E6CECB8F5419}" type="presParOf" srcId="{68FD29D6-C549-2A4B-BFD9-22EAF4CAF4EB}" destId="{53F2A835-74E4-E247-91F3-6402D4BF819B}" srcOrd="1" destOrd="0" presId="urn:microsoft.com/office/officeart/2005/8/layout/orgChart1"/>
    <dgm:cxn modelId="{5175D03F-2D84-8B4A-8E5B-CD1F3D7EB226}" type="presParOf" srcId="{53F2A835-74E4-E247-91F3-6402D4BF819B}" destId="{DD5763EB-4F78-AD4B-8E85-022BFD8D40AD}" srcOrd="0" destOrd="0" presId="urn:microsoft.com/office/officeart/2005/8/layout/orgChart1"/>
    <dgm:cxn modelId="{DB9D3947-AAF1-184D-AA9E-F33D088556C8}" type="presParOf" srcId="{DD5763EB-4F78-AD4B-8E85-022BFD8D40AD}" destId="{BA83EC1C-8FE6-7B43-96DA-7E2CE59974AD}" srcOrd="0" destOrd="0" presId="urn:microsoft.com/office/officeart/2005/8/layout/orgChart1"/>
    <dgm:cxn modelId="{E127CB22-AB4E-7C41-859B-9B1C7D632C58}" type="presParOf" srcId="{DD5763EB-4F78-AD4B-8E85-022BFD8D40AD}" destId="{FBDE427F-F77B-1A4F-92F9-795926601C68}" srcOrd="1" destOrd="0" presId="urn:microsoft.com/office/officeart/2005/8/layout/orgChart1"/>
    <dgm:cxn modelId="{A77B5905-58E2-6942-A818-BC56771F8677}" type="presParOf" srcId="{53F2A835-74E4-E247-91F3-6402D4BF819B}" destId="{0015DB5E-5D40-B942-910C-50C632C69FBA}" srcOrd="1" destOrd="0" presId="urn:microsoft.com/office/officeart/2005/8/layout/orgChart1"/>
    <dgm:cxn modelId="{CA0D2A43-E6F9-4C4D-8EB8-A8C2D0A8E8C9}" type="presParOf" srcId="{0015DB5E-5D40-B942-910C-50C632C69FBA}" destId="{284C87FE-3792-4A44-B541-E991AFFB99DF}" srcOrd="0" destOrd="0" presId="urn:microsoft.com/office/officeart/2005/8/layout/orgChart1"/>
    <dgm:cxn modelId="{A3B9E4A5-B5A0-9841-A79B-4B35F7903C21}" type="presParOf" srcId="{0015DB5E-5D40-B942-910C-50C632C69FBA}" destId="{FD6E64DE-50F3-3142-96DE-C83CDD426557}" srcOrd="1" destOrd="0" presId="urn:microsoft.com/office/officeart/2005/8/layout/orgChart1"/>
    <dgm:cxn modelId="{D7D9E11E-998B-1949-8BBA-F3A8F438501B}" type="presParOf" srcId="{FD6E64DE-50F3-3142-96DE-C83CDD426557}" destId="{66BEB0D2-F83D-624E-8A76-F72B2FF93B31}" srcOrd="0" destOrd="0" presId="urn:microsoft.com/office/officeart/2005/8/layout/orgChart1"/>
    <dgm:cxn modelId="{550E171B-2194-894E-8A49-7DE77DCEB562}" type="presParOf" srcId="{66BEB0D2-F83D-624E-8A76-F72B2FF93B31}" destId="{BD9AD241-C6A9-7340-85CF-71D92B40B8A6}" srcOrd="0" destOrd="0" presId="urn:microsoft.com/office/officeart/2005/8/layout/orgChart1"/>
    <dgm:cxn modelId="{B0373A28-8CBD-FF4A-B39D-141F41C96F97}" type="presParOf" srcId="{66BEB0D2-F83D-624E-8A76-F72B2FF93B31}" destId="{3F3CD0EF-FB0A-F94D-B96D-C0DE34C90DA7}" srcOrd="1" destOrd="0" presId="urn:microsoft.com/office/officeart/2005/8/layout/orgChart1"/>
    <dgm:cxn modelId="{4270A21A-7013-F344-A671-CF8B7DB1D982}" type="presParOf" srcId="{FD6E64DE-50F3-3142-96DE-C83CDD426557}" destId="{B6EBCFBD-F963-BA43-B76E-9C04E468A529}" srcOrd="1" destOrd="0" presId="urn:microsoft.com/office/officeart/2005/8/layout/orgChart1"/>
    <dgm:cxn modelId="{988E716F-88BA-5245-9CA0-E8C53E6D6239}" type="presParOf" srcId="{FD6E64DE-50F3-3142-96DE-C83CDD426557}" destId="{F6CAE7DD-A3CC-2145-8033-43FB072CBB8A}" srcOrd="2" destOrd="0" presId="urn:microsoft.com/office/officeart/2005/8/layout/orgChart1"/>
    <dgm:cxn modelId="{3D6BC067-2CCB-194B-9A57-0DB5E984359E}" type="presParOf" srcId="{0015DB5E-5D40-B942-910C-50C632C69FBA}" destId="{2771D554-1371-784F-807D-21F44D1BC958}" srcOrd="2" destOrd="0" presId="urn:microsoft.com/office/officeart/2005/8/layout/orgChart1"/>
    <dgm:cxn modelId="{A6E8EC44-F832-9048-9BE1-B9B9F50EE668}" type="presParOf" srcId="{0015DB5E-5D40-B942-910C-50C632C69FBA}" destId="{11F86A60-A0CE-6E4A-893A-13B90CF33235}" srcOrd="3" destOrd="0" presId="urn:microsoft.com/office/officeart/2005/8/layout/orgChart1"/>
    <dgm:cxn modelId="{722D1ECA-CB24-8D45-9CF4-95FD2FF14B4C}" type="presParOf" srcId="{11F86A60-A0CE-6E4A-893A-13B90CF33235}" destId="{F21A4170-E9F1-A747-8FF0-D877479A8F62}" srcOrd="0" destOrd="0" presId="urn:microsoft.com/office/officeart/2005/8/layout/orgChart1"/>
    <dgm:cxn modelId="{447C83E0-DA2E-6647-B104-EC74600E6FA7}" type="presParOf" srcId="{F21A4170-E9F1-A747-8FF0-D877479A8F62}" destId="{98A6CD1F-AAAC-9442-A08E-1B93B913FAD4}" srcOrd="0" destOrd="0" presId="urn:microsoft.com/office/officeart/2005/8/layout/orgChart1"/>
    <dgm:cxn modelId="{3D93BF54-A46D-0D4D-94D3-944C8FF138B9}" type="presParOf" srcId="{F21A4170-E9F1-A747-8FF0-D877479A8F62}" destId="{AA8DF12C-4924-FF44-9FFB-A4CA12082684}" srcOrd="1" destOrd="0" presId="urn:microsoft.com/office/officeart/2005/8/layout/orgChart1"/>
    <dgm:cxn modelId="{8E156541-6F8B-B047-9D1D-31E94F1E0D57}" type="presParOf" srcId="{11F86A60-A0CE-6E4A-893A-13B90CF33235}" destId="{C97C3988-91E7-934F-9C09-143247FC3B4C}" srcOrd="1" destOrd="0" presId="urn:microsoft.com/office/officeart/2005/8/layout/orgChart1"/>
    <dgm:cxn modelId="{1E4618B8-5558-D344-8F0B-B2E92FF0E50D}" type="presParOf" srcId="{11F86A60-A0CE-6E4A-893A-13B90CF33235}" destId="{C74C8706-CC94-184C-BF20-F96299BF96AE}" srcOrd="2" destOrd="0" presId="urn:microsoft.com/office/officeart/2005/8/layout/orgChart1"/>
    <dgm:cxn modelId="{14F8B2CC-BC36-D84B-880E-4777A813C7E4}" type="presParOf" srcId="{0015DB5E-5D40-B942-910C-50C632C69FBA}" destId="{80E20865-9914-C04E-BD8B-BC1DDAB77761}" srcOrd="4" destOrd="0" presId="urn:microsoft.com/office/officeart/2005/8/layout/orgChart1"/>
    <dgm:cxn modelId="{A31C5AFD-A436-8C47-AB00-97C8D31DC5D7}" type="presParOf" srcId="{0015DB5E-5D40-B942-910C-50C632C69FBA}" destId="{7BFEE6F9-FB60-2F4A-ACA2-AAB9924961D2}" srcOrd="5" destOrd="0" presId="urn:microsoft.com/office/officeart/2005/8/layout/orgChart1"/>
    <dgm:cxn modelId="{00302618-66D9-1D4E-8F77-240146F3E592}" type="presParOf" srcId="{7BFEE6F9-FB60-2F4A-ACA2-AAB9924961D2}" destId="{89D15BCB-57BC-FF4C-875D-903E6D3D45EB}" srcOrd="0" destOrd="0" presId="urn:microsoft.com/office/officeart/2005/8/layout/orgChart1"/>
    <dgm:cxn modelId="{EBFBC270-96A5-0C47-AD4C-332C4680D941}" type="presParOf" srcId="{89D15BCB-57BC-FF4C-875D-903E6D3D45EB}" destId="{396DF4DE-E233-0941-875A-563A9EAD872C}" srcOrd="0" destOrd="0" presId="urn:microsoft.com/office/officeart/2005/8/layout/orgChart1"/>
    <dgm:cxn modelId="{06080E80-41BC-D243-86BB-0D2162443C2C}" type="presParOf" srcId="{89D15BCB-57BC-FF4C-875D-903E6D3D45EB}" destId="{FEFF34CB-7A61-1F4F-B37D-6260A86C0E55}" srcOrd="1" destOrd="0" presId="urn:microsoft.com/office/officeart/2005/8/layout/orgChart1"/>
    <dgm:cxn modelId="{581F721C-C154-AE43-9AF1-8852D8AB1A2F}" type="presParOf" srcId="{7BFEE6F9-FB60-2F4A-ACA2-AAB9924961D2}" destId="{EE8470E2-34B0-1940-8869-9895F583CCB9}" srcOrd="1" destOrd="0" presId="urn:microsoft.com/office/officeart/2005/8/layout/orgChart1"/>
    <dgm:cxn modelId="{A790007D-6196-8F47-9179-6350CFF7C64F}" type="presParOf" srcId="{7BFEE6F9-FB60-2F4A-ACA2-AAB9924961D2}" destId="{F2B5C567-407B-654E-B147-0D47DD637AFC}" srcOrd="2" destOrd="0" presId="urn:microsoft.com/office/officeart/2005/8/layout/orgChart1"/>
    <dgm:cxn modelId="{56D7FB6C-3A64-184C-A26F-6AC28A80B845}" type="presParOf" srcId="{0015DB5E-5D40-B942-910C-50C632C69FBA}" destId="{FD790228-5267-074B-AC99-CAEE2CCCC1B5}" srcOrd="6" destOrd="0" presId="urn:microsoft.com/office/officeart/2005/8/layout/orgChart1"/>
    <dgm:cxn modelId="{8A440021-B920-AC4B-AF19-FDB62D58CBD5}" type="presParOf" srcId="{0015DB5E-5D40-B942-910C-50C632C69FBA}" destId="{04D3A5EE-706B-BD40-B266-80CE575A8FE1}" srcOrd="7" destOrd="0" presId="urn:microsoft.com/office/officeart/2005/8/layout/orgChart1"/>
    <dgm:cxn modelId="{FB0BD46C-3032-9943-8A4F-2161C3E34C27}" type="presParOf" srcId="{04D3A5EE-706B-BD40-B266-80CE575A8FE1}" destId="{3F3439A6-EE3E-7D43-A953-FED3E1910DEE}" srcOrd="0" destOrd="0" presId="urn:microsoft.com/office/officeart/2005/8/layout/orgChart1"/>
    <dgm:cxn modelId="{91B39876-3119-3A41-89D6-9F97D6C52E11}" type="presParOf" srcId="{3F3439A6-EE3E-7D43-A953-FED3E1910DEE}" destId="{E990FF1C-912A-A445-A9E2-CD48C8C349A2}" srcOrd="0" destOrd="0" presId="urn:microsoft.com/office/officeart/2005/8/layout/orgChart1"/>
    <dgm:cxn modelId="{B8D88A82-0EE2-5A44-BCE1-61EB11F14C4E}" type="presParOf" srcId="{3F3439A6-EE3E-7D43-A953-FED3E1910DEE}" destId="{FAA9383E-9BAB-6D4F-B10C-6F98E9C49819}" srcOrd="1" destOrd="0" presId="urn:microsoft.com/office/officeart/2005/8/layout/orgChart1"/>
    <dgm:cxn modelId="{F2E2DF3B-CCE1-4C40-842D-A01568BF02C4}" type="presParOf" srcId="{04D3A5EE-706B-BD40-B266-80CE575A8FE1}" destId="{8189F799-916A-DB45-91B2-19BFBC38335B}" srcOrd="1" destOrd="0" presId="urn:microsoft.com/office/officeart/2005/8/layout/orgChart1"/>
    <dgm:cxn modelId="{4A10C0F5-CB93-8B40-9242-AA36A9B57B21}" type="presParOf" srcId="{04D3A5EE-706B-BD40-B266-80CE575A8FE1}" destId="{821859B1-9295-9E4C-90CB-E19E6D66527D}" srcOrd="2" destOrd="0" presId="urn:microsoft.com/office/officeart/2005/8/layout/orgChart1"/>
    <dgm:cxn modelId="{9876B2E3-22FF-A846-83B5-BAAC1EA05661}" type="presParOf" srcId="{53F2A835-74E4-E247-91F3-6402D4BF819B}" destId="{13414DA1-0CDF-1A40-B461-EB0F01864ACA}" srcOrd="2" destOrd="0" presId="urn:microsoft.com/office/officeart/2005/8/layout/orgChart1"/>
    <dgm:cxn modelId="{8BA77113-F66B-4E4C-A762-261CC76AB02F}" type="presParOf" srcId="{68FD29D6-C549-2A4B-BFD9-22EAF4CAF4EB}" destId="{F962C07D-1406-6B47-809A-2D555F259627}" srcOrd="2" destOrd="0" presId="urn:microsoft.com/office/officeart/2005/8/layout/orgChart1"/>
    <dgm:cxn modelId="{AE4A6742-379A-1E49-BEED-1471B970789C}" type="presParOf" srcId="{68FD29D6-C549-2A4B-BFD9-22EAF4CAF4EB}" destId="{FA1C14CA-8DDA-884C-BC9C-E384FFD64E9A}" srcOrd="3" destOrd="0" presId="urn:microsoft.com/office/officeart/2005/8/layout/orgChart1"/>
    <dgm:cxn modelId="{A02B2F38-EA13-3340-A902-4244347D257A}" type="presParOf" srcId="{FA1C14CA-8DDA-884C-BC9C-E384FFD64E9A}" destId="{B3A7DF1E-E022-B247-AB0B-D357CDC9EC10}" srcOrd="0" destOrd="0" presId="urn:microsoft.com/office/officeart/2005/8/layout/orgChart1"/>
    <dgm:cxn modelId="{C54309BC-E94A-9948-9DD5-A9F23CCA9589}" type="presParOf" srcId="{B3A7DF1E-E022-B247-AB0B-D357CDC9EC10}" destId="{81B8EE6F-C427-D24D-B367-3FF278ECB8B7}" srcOrd="0" destOrd="0" presId="urn:microsoft.com/office/officeart/2005/8/layout/orgChart1"/>
    <dgm:cxn modelId="{C23F9601-02FD-A646-9513-9A138AF45814}" type="presParOf" srcId="{B3A7DF1E-E022-B247-AB0B-D357CDC9EC10}" destId="{C1B29E60-6327-6540-8A45-C0071D693956}" srcOrd="1" destOrd="0" presId="urn:microsoft.com/office/officeart/2005/8/layout/orgChart1"/>
    <dgm:cxn modelId="{EF0BDD65-BB66-A74E-8963-0ED78D2AE2A2}" type="presParOf" srcId="{FA1C14CA-8DDA-884C-BC9C-E384FFD64E9A}" destId="{DB25BFE3-7ED9-2341-8734-0F1846682C88}" srcOrd="1" destOrd="0" presId="urn:microsoft.com/office/officeart/2005/8/layout/orgChart1"/>
    <dgm:cxn modelId="{8F1B562F-5A38-AD4C-A8F3-D7AC0816E4C1}" type="presParOf" srcId="{DB25BFE3-7ED9-2341-8734-0F1846682C88}" destId="{1D03743A-BAD7-D04D-ADC2-93AA6B5B6601}" srcOrd="0" destOrd="0" presId="urn:microsoft.com/office/officeart/2005/8/layout/orgChart1"/>
    <dgm:cxn modelId="{C0D568F3-3506-FA45-80E6-4A4596A6796F}" type="presParOf" srcId="{DB25BFE3-7ED9-2341-8734-0F1846682C88}" destId="{0FCD7B12-9A4E-A044-BD67-2D380333621A}" srcOrd="1" destOrd="0" presId="urn:microsoft.com/office/officeart/2005/8/layout/orgChart1"/>
    <dgm:cxn modelId="{5892A1DC-2748-4B49-BEBB-80179BA77D52}" type="presParOf" srcId="{0FCD7B12-9A4E-A044-BD67-2D380333621A}" destId="{BA52334B-FE94-AE4A-81A6-C7C38DDBC408}" srcOrd="0" destOrd="0" presId="urn:microsoft.com/office/officeart/2005/8/layout/orgChart1"/>
    <dgm:cxn modelId="{9A15C909-BABF-BD46-A1FD-4A78B4E9ADF4}" type="presParOf" srcId="{BA52334B-FE94-AE4A-81A6-C7C38DDBC408}" destId="{AA94D252-E6A8-DD48-A6F1-906BB94F2CD9}" srcOrd="0" destOrd="0" presId="urn:microsoft.com/office/officeart/2005/8/layout/orgChart1"/>
    <dgm:cxn modelId="{1F467EA6-E279-DC40-A0A3-7F758146B374}" type="presParOf" srcId="{BA52334B-FE94-AE4A-81A6-C7C38DDBC408}" destId="{4B4C1ABE-3D04-DC42-B874-79A636C6D5BB}" srcOrd="1" destOrd="0" presId="urn:microsoft.com/office/officeart/2005/8/layout/orgChart1"/>
    <dgm:cxn modelId="{58F2520F-70A2-F74F-BF30-CE9135A4A012}" type="presParOf" srcId="{0FCD7B12-9A4E-A044-BD67-2D380333621A}" destId="{0058F803-9B20-574B-AD93-BA7972922D99}" srcOrd="1" destOrd="0" presId="urn:microsoft.com/office/officeart/2005/8/layout/orgChart1"/>
    <dgm:cxn modelId="{68C02B97-6B3A-404E-B13A-651495CF6C94}" type="presParOf" srcId="{0FCD7B12-9A4E-A044-BD67-2D380333621A}" destId="{9F99783D-EB57-8B44-AD4B-79AD2B8FF5A4}" srcOrd="2" destOrd="0" presId="urn:microsoft.com/office/officeart/2005/8/layout/orgChart1"/>
    <dgm:cxn modelId="{4C095291-E65D-AA47-B9E6-3885DBC2C76E}" type="presParOf" srcId="{DB25BFE3-7ED9-2341-8734-0F1846682C88}" destId="{3C91CF51-CB3B-EF49-B11F-1852A6B80AEF}" srcOrd="2" destOrd="0" presId="urn:microsoft.com/office/officeart/2005/8/layout/orgChart1"/>
    <dgm:cxn modelId="{5EAC8DB6-A93E-F946-A8A8-3F7742403FCB}" type="presParOf" srcId="{DB25BFE3-7ED9-2341-8734-0F1846682C88}" destId="{304D192D-1DD8-D346-BA4A-6BD2C4F563ED}" srcOrd="3" destOrd="0" presId="urn:microsoft.com/office/officeart/2005/8/layout/orgChart1"/>
    <dgm:cxn modelId="{37F3529C-8A28-B84E-B8C9-85C1657E4776}" type="presParOf" srcId="{304D192D-1DD8-D346-BA4A-6BD2C4F563ED}" destId="{3172CB69-44C4-594C-AC11-6566FE63DEBF}" srcOrd="0" destOrd="0" presId="urn:microsoft.com/office/officeart/2005/8/layout/orgChart1"/>
    <dgm:cxn modelId="{6073D1AC-C556-B546-BECB-6F2A96BCAEAE}" type="presParOf" srcId="{3172CB69-44C4-594C-AC11-6566FE63DEBF}" destId="{BB9925A6-33A3-C444-A1C4-2BBDCCBF32B0}" srcOrd="0" destOrd="0" presId="urn:microsoft.com/office/officeart/2005/8/layout/orgChart1"/>
    <dgm:cxn modelId="{CAB9C0B1-B6AA-4A49-B850-27B1EAD5EE91}" type="presParOf" srcId="{3172CB69-44C4-594C-AC11-6566FE63DEBF}" destId="{68EE7CF9-3EDB-BE49-90CD-6F75F87585D8}" srcOrd="1" destOrd="0" presId="urn:microsoft.com/office/officeart/2005/8/layout/orgChart1"/>
    <dgm:cxn modelId="{A7B596A9-24C1-304C-82A7-81E830EFAD4A}" type="presParOf" srcId="{304D192D-1DD8-D346-BA4A-6BD2C4F563ED}" destId="{5C29B42A-05A0-F447-9E9C-2B8A82CAEC14}" srcOrd="1" destOrd="0" presId="urn:microsoft.com/office/officeart/2005/8/layout/orgChart1"/>
    <dgm:cxn modelId="{4C591362-92E7-BB4A-836A-7BC8126A7A68}" type="presParOf" srcId="{304D192D-1DD8-D346-BA4A-6BD2C4F563ED}" destId="{E0AD5AB2-F823-894D-89BD-2E24329C5F2C}" srcOrd="2" destOrd="0" presId="urn:microsoft.com/office/officeart/2005/8/layout/orgChart1"/>
    <dgm:cxn modelId="{DB2F3069-C8D3-6A41-AEDB-4149B632AD55}" type="presParOf" srcId="{DB25BFE3-7ED9-2341-8734-0F1846682C88}" destId="{534B294E-DCE0-9748-9A74-32023DFFF67B}" srcOrd="4" destOrd="0" presId="urn:microsoft.com/office/officeart/2005/8/layout/orgChart1"/>
    <dgm:cxn modelId="{BA3580D5-393A-764E-B478-872636B90E31}" type="presParOf" srcId="{DB25BFE3-7ED9-2341-8734-0F1846682C88}" destId="{5AE94E07-6D80-754B-A66F-68B4D3B019EE}" srcOrd="5" destOrd="0" presId="urn:microsoft.com/office/officeart/2005/8/layout/orgChart1"/>
    <dgm:cxn modelId="{D37E4AB0-4A63-AF48-BBD6-12EAD57AA141}" type="presParOf" srcId="{5AE94E07-6D80-754B-A66F-68B4D3B019EE}" destId="{0BF6F762-00A7-CF4D-9172-19FCB3861D4C}" srcOrd="0" destOrd="0" presId="urn:microsoft.com/office/officeart/2005/8/layout/orgChart1"/>
    <dgm:cxn modelId="{8B6C4E17-8D6E-764D-BF42-834107D4DB8D}" type="presParOf" srcId="{0BF6F762-00A7-CF4D-9172-19FCB3861D4C}" destId="{C2540164-E722-9642-A8A6-669AD7886322}" srcOrd="0" destOrd="0" presId="urn:microsoft.com/office/officeart/2005/8/layout/orgChart1"/>
    <dgm:cxn modelId="{B24C1495-5BC6-C449-94A5-EA26B8246784}" type="presParOf" srcId="{0BF6F762-00A7-CF4D-9172-19FCB3861D4C}" destId="{461B6049-6A11-584C-8E85-0FFE1F41CC28}" srcOrd="1" destOrd="0" presId="urn:microsoft.com/office/officeart/2005/8/layout/orgChart1"/>
    <dgm:cxn modelId="{FAACA586-54B8-F548-8FBD-A47C0F4D930A}" type="presParOf" srcId="{5AE94E07-6D80-754B-A66F-68B4D3B019EE}" destId="{B6671BF6-8CA5-6241-91DB-DE2686CD2865}" srcOrd="1" destOrd="0" presId="urn:microsoft.com/office/officeart/2005/8/layout/orgChart1"/>
    <dgm:cxn modelId="{149D0A6B-8D80-D142-9D16-C6EEE2D5D29D}" type="presParOf" srcId="{5AE94E07-6D80-754B-A66F-68B4D3B019EE}" destId="{CD65BE88-9DB1-9D4F-A891-AD59BD791E3D}" srcOrd="2" destOrd="0" presId="urn:microsoft.com/office/officeart/2005/8/layout/orgChart1"/>
    <dgm:cxn modelId="{69C176DF-63FA-C24D-95D8-1BC50B4AAABF}" type="presParOf" srcId="{DB25BFE3-7ED9-2341-8734-0F1846682C88}" destId="{9275FB96-F692-6845-A54E-50DF78121EC8}" srcOrd="6" destOrd="0" presId="urn:microsoft.com/office/officeart/2005/8/layout/orgChart1"/>
    <dgm:cxn modelId="{C66D5380-0830-F542-8A62-2E5D4B79180A}" type="presParOf" srcId="{DB25BFE3-7ED9-2341-8734-0F1846682C88}" destId="{178B5502-FE28-F84E-A937-589E4CD2979B}" srcOrd="7" destOrd="0" presId="urn:microsoft.com/office/officeart/2005/8/layout/orgChart1"/>
    <dgm:cxn modelId="{E3EFFEC4-887F-274F-B358-1E053E2C498E}" type="presParOf" srcId="{178B5502-FE28-F84E-A937-589E4CD2979B}" destId="{5F2441CC-B173-E349-8AF1-1E73EFE0D05A}" srcOrd="0" destOrd="0" presId="urn:microsoft.com/office/officeart/2005/8/layout/orgChart1"/>
    <dgm:cxn modelId="{5FE4D5F5-F8AE-CA47-A0F1-C167838DDB85}" type="presParOf" srcId="{5F2441CC-B173-E349-8AF1-1E73EFE0D05A}" destId="{02D7BCE3-0906-1143-9E2F-7ABB7E4A5FC3}" srcOrd="0" destOrd="0" presId="urn:microsoft.com/office/officeart/2005/8/layout/orgChart1"/>
    <dgm:cxn modelId="{220190A2-FF52-1A4F-91CE-2A63A06D3EAC}" type="presParOf" srcId="{5F2441CC-B173-E349-8AF1-1E73EFE0D05A}" destId="{89F86BD4-7035-3848-8090-62A4D1DDEF85}" srcOrd="1" destOrd="0" presId="urn:microsoft.com/office/officeart/2005/8/layout/orgChart1"/>
    <dgm:cxn modelId="{72382A91-3540-B546-895B-2FCCCCB5CA8C}" type="presParOf" srcId="{178B5502-FE28-F84E-A937-589E4CD2979B}" destId="{53CFC1AD-0F5F-944B-AFB8-D73CEC242945}" srcOrd="1" destOrd="0" presId="urn:microsoft.com/office/officeart/2005/8/layout/orgChart1"/>
    <dgm:cxn modelId="{67A31249-C771-4C45-9CE4-4A0A97C9F59B}" type="presParOf" srcId="{178B5502-FE28-F84E-A937-589E4CD2979B}" destId="{C1D88B8D-01F5-0549-8561-1E538633CA00}" srcOrd="2" destOrd="0" presId="urn:microsoft.com/office/officeart/2005/8/layout/orgChart1"/>
    <dgm:cxn modelId="{D565A278-D321-DB4F-9CAB-E16F301C9D9D}" type="presParOf" srcId="{DB25BFE3-7ED9-2341-8734-0F1846682C88}" destId="{3E958045-80E0-144E-BC21-D077909A56E7}" srcOrd="8" destOrd="0" presId="urn:microsoft.com/office/officeart/2005/8/layout/orgChart1"/>
    <dgm:cxn modelId="{A9D89F30-243C-A241-880F-427947BC124E}" type="presParOf" srcId="{DB25BFE3-7ED9-2341-8734-0F1846682C88}" destId="{8D1E9E3D-EC44-C848-9FFE-2E37E4ED1C1E}" srcOrd="9" destOrd="0" presId="urn:microsoft.com/office/officeart/2005/8/layout/orgChart1"/>
    <dgm:cxn modelId="{886BAF67-FBB1-D14F-94DC-6908CA492D40}" type="presParOf" srcId="{8D1E9E3D-EC44-C848-9FFE-2E37E4ED1C1E}" destId="{59BB67C2-EA49-574D-A68E-68D8FE67EB6A}" srcOrd="0" destOrd="0" presId="urn:microsoft.com/office/officeart/2005/8/layout/orgChart1"/>
    <dgm:cxn modelId="{D9873F15-6194-5041-9A6D-D882D4FBD061}" type="presParOf" srcId="{59BB67C2-EA49-574D-A68E-68D8FE67EB6A}" destId="{BC3FDBA1-E738-C940-87F6-AF60A65B7DC0}" srcOrd="0" destOrd="0" presId="urn:microsoft.com/office/officeart/2005/8/layout/orgChart1"/>
    <dgm:cxn modelId="{D26E9426-4327-224F-B39F-332E4174A062}" type="presParOf" srcId="{59BB67C2-EA49-574D-A68E-68D8FE67EB6A}" destId="{A6787303-1991-F64B-BCA1-1D22DC858AA5}" srcOrd="1" destOrd="0" presId="urn:microsoft.com/office/officeart/2005/8/layout/orgChart1"/>
    <dgm:cxn modelId="{CDF8E53C-F64D-BB4B-B87C-823BE873D9BB}" type="presParOf" srcId="{8D1E9E3D-EC44-C848-9FFE-2E37E4ED1C1E}" destId="{F3F97C91-E88C-B349-B918-5F6F4961DA03}" srcOrd="1" destOrd="0" presId="urn:microsoft.com/office/officeart/2005/8/layout/orgChart1"/>
    <dgm:cxn modelId="{27BC7D25-091A-DE47-B058-F36151A9C802}" type="presParOf" srcId="{8D1E9E3D-EC44-C848-9FFE-2E37E4ED1C1E}" destId="{9DD32BA6-B1A6-C840-A5C4-EC1E33B54D34}" srcOrd="2" destOrd="0" presId="urn:microsoft.com/office/officeart/2005/8/layout/orgChart1"/>
    <dgm:cxn modelId="{DDA420F1-C9DC-D94E-8E62-A9B5EFF46072}" type="presParOf" srcId="{FA1C14CA-8DDA-884C-BC9C-E384FFD64E9A}" destId="{36BCD700-871F-C343-A467-83100022831C}" srcOrd="2" destOrd="0" presId="urn:microsoft.com/office/officeart/2005/8/layout/orgChart1"/>
    <dgm:cxn modelId="{7F6EECC3-09ED-774A-84EC-012601DA89D2}" type="presParOf" srcId="{D2E260B0-D295-2442-8926-C1AFF17872A9}" destId="{8A093BBC-640D-0B41-85FA-D9D2394F4EA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958045-80E0-144E-BC21-D077909A56E7}">
      <dsp:nvSpPr>
        <dsp:cNvPr id="0" name=""/>
        <dsp:cNvSpPr/>
      </dsp:nvSpPr>
      <dsp:spPr>
        <a:xfrm>
          <a:off x="3044794" y="1393137"/>
          <a:ext cx="172322" cy="37910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16314"/>
              </a:lnTo>
              <a:lnTo>
                <a:pt x="164377" y="3616314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75FB96-F692-6845-A54E-50DF78121EC8}">
      <dsp:nvSpPr>
        <dsp:cNvPr id="0" name=""/>
        <dsp:cNvSpPr/>
      </dsp:nvSpPr>
      <dsp:spPr>
        <a:xfrm>
          <a:off x="3044794" y="1393137"/>
          <a:ext cx="172322" cy="29754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38259"/>
              </a:lnTo>
              <a:lnTo>
                <a:pt x="164377" y="2838259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4B294E-DCE0-9748-9A74-32023DFFF67B}">
      <dsp:nvSpPr>
        <dsp:cNvPr id="0" name=""/>
        <dsp:cNvSpPr/>
      </dsp:nvSpPr>
      <dsp:spPr>
        <a:xfrm>
          <a:off x="3044794" y="1393137"/>
          <a:ext cx="172322" cy="21597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60203"/>
              </a:lnTo>
              <a:lnTo>
                <a:pt x="164377" y="2060203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91CF51-CB3B-EF49-B11F-1852A6B80AEF}">
      <dsp:nvSpPr>
        <dsp:cNvPr id="0" name=""/>
        <dsp:cNvSpPr/>
      </dsp:nvSpPr>
      <dsp:spPr>
        <a:xfrm>
          <a:off x="3044794" y="1393137"/>
          <a:ext cx="172322" cy="1344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2148"/>
              </a:lnTo>
              <a:lnTo>
                <a:pt x="164377" y="1282148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03743A-BAD7-D04D-ADC2-93AA6B5B6601}">
      <dsp:nvSpPr>
        <dsp:cNvPr id="0" name=""/>
        <dsp:cNvSpPr/>
      </dsp:nvSpPr>
      <dsp:spPr>
        <a:xfrm>
          <a:off x="3044794" y="1393137"/>
          <a:ext cx="172322" cy="5284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4092"/>
              </a:lnTo>
              <a:lnTo>
                <a:pt x="164377" y="504092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62C07D-1406-6B47-809A-2D555F259627}">
      <dsp:nvSpPr>
        <dsp:cNvPr id="0" name=""/>
        <dsp:cNvSpPr/>
      </dsp:nvSpPr>
      <dsp:spPr>
        <a:xfrm>
          <a:off x="2809286" y="577477"/>
          <a:ext cx="695034" cy="2412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064"/>
              </a:lnTo>
              <a:lnTo>
                <a:pt x="662991" y="115064"/>
              </a:lnTo>
              <a:lnTo>
                <a:pt x="662991" y="230129"/>
              </a:lnTo>
            </a:path>
          </a:pathLst>
        </a:custGeom>
        <a:noFill/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790228-5267-074B-AC99-CAEE2CCCC1B5}">
      <dsp:nvSpPr>
        <dsp:cNvPr id="0" name=""/>
        <dsp:cNvSpPr/>
      </dsp:nvSpPr>
      <dsp:spPr>
        <a:xfrm>
          <a:off x="2401456" y="1393137"/>
          <a:ext cx="172322" cy="2975436"/>
        </a:xfrm>
        <a:custGeom>
          <a:avLst/>
          <a:gdLst/>
          <a:ahLst/>
          <a:cxnLst/>
          <a:rect l="0" t="0" r="0" b="0"/>
          <a:pathLst>
            <a:path>
              <a:moveTo>
                <a:pt x="164377" y="0"/>
              </a:moveTo>
              <a:lnTo>
                <a:pt x="164377" y="2838259"/>
              </a:lnTo>
              <a:lnTo>
                <a:pt x="0" y="2838259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E20865-9914-C04E-BD8B-BC1DDAB77761}">
      <dsp:nvSpPr>
        <dsp:cNvPr id="0" name=""/>
        <dsp:cNvSpPr/>
      </dsp:nvSpPr>
      <dsp:spPr>
        <a:xfrm>
          <a:off x="2401456" y="1393137"/>
          <a:ext cx="172322" cy="2159776"/>
        </a:xfrm>
        <a:custGeom>
          <a:avLst/>
          <a:gdLst/>
          <a:ahLst/>
          <a:cxnLst/>
          <a:rect l="0" t="0" r="0" b="0"/>
          <a:pathLst>
            <a:path>
              <a:moveTo>
                <a:pt x="164377" y="0"/>
              </a:moveTo>
              <a:lnTo>
                <a:pt x="164377" y="2060203"/>
              </a:lnTo>
              <a:lnTo>
                <a:pt x="0" y="2060203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71D554-1371-784F-807D-21F44D1BC958}">
      <dsp:nvSpPr>
        <dsp:cNvPr id="0" name=""/>
        <dsp:cNvSpPr/>
      </dsp:nvSpPr>
      <dsp:spPr>
        <a:xfrm>
          <a:off x="2401456" y="1393137"/>
          <a:ext cx="172322" cy="1344116"/>
        </a:xfrm>
        <a:custGeom>
          <a:avLst/>
          <a:gdLst/>
          <a:ahLst/>
          <a:cxnLst/>
          <a:rect l="0" t="0" r="0" b="0"/>
          <a:pathLst>
            <a:path>
              <a:moveTo>
                <a:pt x="164377" y="0"/>
              </a:moveTo>
              <a:lnTo>
                <a:pt x="164377" y="1282148"/>
              </a:lnTo>
              <a:lnTo>
                <a:pt x="0" y="1282148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4C87FE-3792-4A44-B541-E991AFFB99DF}">
      <dsp:nvSpPr>
        <dsp:cNvPr id="0" name=""/>
        <dsp:cNvSpPr/>
      </dsp:nvSpPr>
      <dsp:spPr>
        <a:xfrm>
          <a:off x="2401456" y="1393137"/>
          <a:ext cx="172322" cy="528455"/>
        </a:xfrm>
        <a:custGeom>
          <a:avLst/>
          <a:gdLst/>
          <a:ahLst/>
          <a:cxnLst/>
          <a:rect l="0" t="0" r="0" b="0"/>
          <a:pathLst>
            <a:path>
              <a:moveTo>
                <a:pt x="164377" y="0"/>
              </a:moveTo>
              <a:lnTo>
                <a:pt x="164377" y="504092"/>
              </a:lnTo>
              <a:lnTo>
                <a:pt x="0" y="504092"/>
              </a:lnTo>
            </a:path>
          </a:pathLst>
        </a:custGeom>
        <a:noFill/>
        <a:ln w="6350" cap="flat" cmpd="sng" algn="ctr">
          <a:solidFill>
            <a:srgbClr val="70AD47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0F3557-2E06-A548-97C8-0912F40BA785}">
      <dsp:nvSpPr>
        <dsp:cNvPr id="0" name=""/>
        <dsp:cNvSpPr/>
      </dsp:nvSpPr>
      <dsp:spPr>
        <a:xfrm>
          <a:off x="2114252" y="577477"/>
          <a:ext cx="695034" cy="241251"/>
        </a:xfrm>
        <a:custGeom>
          <a:avLst/>
          <a:gdLst/>
          <a:ahLst/>
          <a:cxnLst/>
          <a:rect l="0" t="0" r="0" b="0"/>
          <a:pathLst>
            <a:path>
              <a:moveTo>
                <a:pt x="662991" y="0"/>
              </a:moveTo>
              <a:lnTo>
                <a:pt x="662991" y="115064"/>
              </a:lnTo>
              <a:lnTo>
                <a:pt x="0" y="115064"/>
              </a:lnTo>
              <a:lnTo>
                <a:pt x="0" y="230129"/>
              </a:lnTo>
            </a:path>
          </a:pathLst>
        </a:custGeom>
        <a:noFill/>
        <a:ln w="635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3702D2-1931-0F45-8623-DAA44EAD548C}">
      <dsp:nvSpPr>
        <dsp:cNvPr id="0" name=""/>
        <dsp:cNvSpPr/>
      </dsp:nvSpPr>
      <dsp:spPr>
        <a:xfrm>
          <a:off x="1728548" y="3068"/>
          <a:ext cx="2161476" cy="574408"/>
        </a:xfrm>
        <a:prstGeom prst="rect">
          <a:avLst/>
        </a:prstGeom>
        <a:gradFill rotWithShape="0">
          <a:gsLst>
            <a:gs pos="0">
              <a:srgbClr val="A5A5A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5A5A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5A5A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公共技术研发中心</a:t>
          </a:r>
        </a:p>
      </dsp:txBody>
      <dsp:txXfrm>
        <a:off x="1728548" y="3068"/>
        <a:ext cx="2161476" cy="574408"/>
      </dsp:txXfrm>
    </dsp:sp>
    <dsp:sp modelId="{BA83EC1C-8FE6-7B43-96DA-7E2CE59974AD}">
      <dsp:nvSpPr>
        <dsp:cNvPr id="0" name=""/>
        <dsp:cNvSpPr/>
      </dsp:nvSpPr>
      <dsp:spPr>
        <a:xfrm>
          <a:off x="1539843" y="818729"/>
          <a:ext cx="1148817" cy="574408"/>
        </a:xfrm>
        <a:prstGeom prst="rect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研发一部</a:t>
          </a:r>
        </a:p>
      </dsp:txBody>
      <dsp:txXfrm>
        <a:off x="1539843" y="818729"/>
        <a:ext cx="1148817" cy="574408"/>
      </dsp:txXfrm>
    </dsp:sp>
    <dsp:sp modelId="{BD9AD241-C6A9-7340-85CF-71D92B40B8A6}">
      <dsp:nvSpPr>
        <dsp:cNvPr id="0" name=""/>
        <dsp:cNvSpPr/>
      </dsp:nvSpPr>
      <dsp:spPr>
        <a:xfrm>
          <a:off x="1252639" y="1634389"/>
          <a:ext cx="1148817" cy="574408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产品研发组</a:t>
          </a:r>
        </a:p>
      </dsp:txBody>
      <dsp:txXfrm>
        <a:off x="1252639" y="1634389"/>
        <a:ext cx="1148817" cy="574408"/>
      </dsp:txXfrm>
    </dsp:sp>
    <dsp:sp modelId="{98A6CD1F-AAAC-9442-A08E-1B93B913FAD4}">
      <dsp:nvSpPr>
        <dsp:cNvPr id="0" name=""/>
        <dsp:cNvSpPr/>
      </dsp:nvSpPr>
      <dsp:spPr>
        <a:xfrm>
          <a:off x="1252639" y="2450049"/>
          <a:ext cx="1148817" cy="574408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产品应用组</a:t>
          </a:r>
        </a:p>
      </dsp:txBody>
      <dsp:txXfrm>
        <a:off x="1252639" y="2450049"/>
        <a:ext cx="1148817" cy="574408"/>
      </dsp:txXfrm>
    </dsp:sp>
    <dsp:sp modelId="{396DF4DE-E233-0941-875A-563A9EAD872C}">
      <dsp:nvSpPr>
        <dsp:cNvPr id="0" name=""/>
        <dsp:cNvSpPr/>
      </dsp:nvSpPr>
      <dsp:spPr>
        <a:xfrm>
          <a:off x="1252639" y="3265709"/>
          <a:ext cx="1148817" cy="574408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产品实施运维组</a:t>
          </a:r>
        </a:p>
      </dsp:txBody>
      <dsp:txXfrm>
        <a:off x="1252639" y="3265709"/>
        <a:ext cx="1148817" cy="574408"/>
      </dsp:txXfrm>
    </dsp:sp>
    <dsp:sp modelId="{E990FF1C-912A-A445-A9E2-CD48C8C349A2}">
      <dsp:nvSpPr>
        <dsp:cNvPr id="0" name=""/>
        <dsp:cNvSpPr/>
      </dsp:nvSpPr>
      <dsp:spPr>
        <a:xfrm>
          <a:off x="1252639" y="4081370"/>
          <a:ext cx="1148817" cy="574408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产品测试组</a:t>
          </a:r>
        </a:p>
      </dsp:txBody>
      <dsp:txXfrm>
        <a:off x="1252639" y="4081370"/>
        <a:ext cx="1148817" cy="574408"/>
      </dsp:txXfrm>
    </dsp:sp>
    <dsp:sp modelId="{81B8EE6F-C427-D24D-B367-3FF278ECB8B7}">
      <dsp:nvSpPr>
        <dsp:cNvPr id="0" name=""/>
        <dsp:cNvSpPr/>
      </dsp:nvSpPr>
      <dsp:spPr>
        <a:xfrm>
          <a:off x="2929912" y="818729"/>
          <a:ext cx="1148817" cy="574408"/>
        </a:xfrm>
        <a:prstGeom prst="rect">
          <a:avLst/>
        </a:prstGeom>
        <a:gradFill rotWithShape="0">
          <a:gsLst>
            <a:gs pos="0">
              <a:srgbClr val="4472C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4472C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4472C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研发二部</a:t>
          </a:r>
        </a:p>
      </dsp:txBody>
      <dsp:txXfrm>
        <a:off x="2929912" y="818729"/>
        <a:ext cx="1148817" cy="574408"/>
      </dsp:txXfrm>
    </dsp:sp>
    <dsp:sp modelId="{AA94D252-E6A8-DD48-A6F1-906BB94F2CD9}">
      <dsp:nvSpPr>
        <dsp:cNvPr id="0" name=""/>
        <dsp:cNvSpPr/>
      </dsp:nvSpPr>
      <dsp:spPr>
        <a:xfrm>
          <a:off x="3217117" y="1634389"/>
          <a:ext cx="1148817" cy="574408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基础产品研发组</a:t>
          </a:r>
          <a:endParaRPr lang="en-US" altLang="zh-CN" sz="1600" kern="1200" dirty="0">
            <a:solidFill>
              <a:sysClr val="window" lastClr="FFFFFF"/>
            </a:solidFill>
            <a:latin typeface="+mn-ea"/>
            <a:ea typeface="+mn-ea"/>
            <a:cs typeface="+mn-cs"/>
          </a:endParaRPr>
        </a:p>
      </dsp:txBody>
      <dsp:txXfrm>
        <a:off x="3217117" y="1634389"/>
        <a:ext cx="1148817" cy="574408"/>
      </dsp:txXfrm>
    </dsp:sp>
    <dsp:sp modelId="{BB9925A6-33A3-C444-A1C4-2BBDCCBF32B0}">
      <dsp:nvSpPr>
        <dsp:cNvPr id="0" name=""/>
        <dsp:cNvSpPr/>
      </dsp:nvSpPr>
      <dsp:spPr>
        <a:xfrm>
          <a:off x="3217117" y="2450049"/>
          <a:ext cx="1148817" cy="574408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前端框架研发</a:t>
          </a:r>
          <a:endParaRPr lang="en-US" altLang="zh-CN" sz="1600" kern="1200" dirty="0">
            <a:solidFill>
              <a:sysClr val="window" lastClr="FFFFFF"/>
            </a:solidFill>
            <a:latin typeface="+mn-ea"/>
            <a:ea typeface="+mn-ea"/>
            <a:cs typeface="+mn-cs"/>
          </a:endParaRPr>
        </a:p>
      </dsp:txBody>
      <dsp:txXfrm>
        <a:off x="3217117" y="2450049"/>
        <a:ext cx="1148817" cy="574408"/>
      </dsp:txXfrm>
    </dsp:sp>
    <dsp:sp modelId="{C2540164-E722-9642-A8A6-669AD7886322}">
      <dsp:nvSpPr>
        <dsp:cNvPr id="0" name=""/>
        <dsp:cNvSpPr/>
      </dsp:nvSpPr>
      <dsp:spPr>
        <a:xfrm>
          <a:off x="3217117" y="3265709"/>
          <a:ext cx="1148817" cy="574408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应用框架研发</a:t>
          </a:r>
          <a:endParaRPr lang="en-US" altLang="zh-CN" sz="1600" kern="1200" dirty="0">
            <a:solidFill>
              <a:sysClr val="window" lastClr="FFFFFF"/>
            </a:solidFill>
            <a:latin typeface="+mn-ea"/>
            <a:ea typeface="+mn-ea"/>
            <a:cs typeface="+mn-cs"/>
          </a:endParaRPr>
        </a:p>
      </dsp:txBody>
      <dsp:txXfrm>
        <a:off x="3217117" y="3265709"/>
        <a:ext cx="1148817" cy="574408"/>
      </dsp:txXfrm>
    </dsp:sp>
    <dsp:sp modelId="{02D7BCE3-0906-1143-9E2F-7ABB7E4A5FC3}">
      <dsp:nvSpPr>
        <dsp:cNvPr id="0" name=""/>
        <dsp:cNvSpPr/>
      </dsp:nvSpPr>
      <dsp:spPr>
        <a:xfrm>
          <a:off x="3217117" y="4081370"/>
          <a:ext cx="1148817" cy="574408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UI</a:t>
          </a:r>
          <a:r>
            <a:rPr lang="zh-CN" altLang="en-US" sz="1600" kern="12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设计服务</a:t>
          </a:r>
          <a:endParaRPr lang="en-US" altLang="zh-CN" sz="1600" kern="1200" dirty="0">
            <a:solidFill>
              <a:sysClr val="window" lastClr="FFFFFF"/>
            </a:solidFill>
            <a:latin typeface="+mn-ea"/>
            <a:ea typeface="+mn-ea"/>
            <a:cs typeface="+mn-cs"/>
          </a:endParaRPr>
        </a:p>
      </dsp:txBody>
      <dsp:txXfrm>
        <a:off x="3217117" y="4081370"/>
        <a:ext cx="1148817" cy="574408"/>
      </dsp:txXfrm>
    </dsp:sp>
    <dsp:sp modelId="{BC3FDBA1-E738-C940-87F6-AF60A65B7DC0}">
      <dsp:nvSpPr>
        <dsp:cNvPr id="0" name=""/>
        <dsp:cNvSpPr/>
      </dsp:nvSpPr>
      <dsp:spPr>
        <a:xfrm>
          <a:off x="3217117" y="4897030"/>
          <a:ext cx="1148817" cy="574408"/>
        </a:xfrm>
        <a:prstGeom prst="rect">
          <a:avLst/>
        </a:prstGeom>
        <a:gradFill rotWithShape="0">
          <a:gsLst>
            <a:gs pos="0">
              <a:srgbClr val="70AD47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0AD47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0AD47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solidFill>
                <a:sysClr val="window" lastClr="FFFFFF"/>
              </a:solidFill>
              <a:latin typeface="+mn-ea"/>
              <a:ea typeface="+mn-ea"/>
              <a:cs typeface="+mn-cs"/>
            </a:rPr>
            <a:t>产品管理服务</a:t>
          </a:r>
          <a:endParaRPr lang="en-US" altLang="zh-CN" sz="1600" kern="1200" dirty="0">
            <a:solidFill>
              <a:sysClr val="window" lastClr="FFFFFF"/>
            </a:solidFill>
            <a:latin typeface="+mn-ea"/>
            <a:ea typeface="+mn-ea"/>
            <a:cs typeface="+mn-cs"/>
          </a:endParaRPr>
        </a:p>
      </dsp:txBody>
      <dsp:txXfrm>
        <a:off x="3217117" y="4897030"/>
        <a:ext cx="1148817" cy="5744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339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6556C94B-7463-4789-8AE0-20E90B868A7C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138244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8245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</a:pPr>
            <a:r>
              <a:rPr lang="zh-CN" sz="1200"/>
              <a:t>单击此处编辑母版文本样式</a:t>
            </a:r>
          </a:p>
          <a:p>
            <a:pPr>
              <a:spcBef>
                <a:spcPct val="30000"/>
              </a:spcBef>
            </a:pPr>
            <a:r>
              <a:rPr lang="zh-CN" sz="1200"/>
              <a:t>第二级</a:t>
            </a:r>
          </a:p>
          <a:p>
            <a:pPr>
              <a:spcBef>
                <a:spcPct val="30000"/>
              </a:spcBef>
            </a:pPr>
            <a:r>
              <a:rPr lang="zh-CN" sz="1200"/>
              <a:t>第三级</a:t>
            </a:r>
          </a:p>
          <a:p>
            <a:pPr>
              <a:spcBef>
                <a:spcPct val="30000"/>
              </a:spcBef>
            </a:pPr>
            <a:r>
              <a:rPr lang="zh-CN" sz="1200"/>
              <a:t>第四级</a:t>
            </a:r>
          </a:p>
          <a:p>
            <a:pPr>
              <a:spcBef>
                <a:spcPct val="30000"/>
              </a:spcBef>
            </a:pPr>
            <a:r>
              <a:rPr lang="zh-CN" sz="1200"/>
              <a:t>第五级</a:t>
            </a:r>
          </a:p>
        </p:txBody>
      </p:sp>
      <p:sp>
        <p:nvSpPr>
          <p:cNvPr id="14342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343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mtClean="0"/>
            </a:lvl1pPr>
          </a:lstStyle>
          <a:p>
            <a:pPr>
              <a:defRPr/>
            </a:pPr>
            <a:fld id="{86AFEC44-6FD5-4248-A6DC-0B499CDB27A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9979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6AFEC44-6FD5-4248-A6DC-0B499CDB27A0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992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6AFEC44-6FD5-4248-A6DC-0B499CDB27A0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772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6AFEC44-6FD5-4248-A6DC-0B499CDB27A0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225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/>
              <a:t>13</a:t>
            </a:r>
            <a:r>
              <a:rPr kumimoji="1" lang="zh-CN" altLang="en-US" dirty="0"/>
              <a:t>个软件著作权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AFEC44-6FD5-4248-A6DC-0B499CDB27A0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812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09572230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720103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9974067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25463" y="1052513"/>
            <a:ext cx="5492750" cy="5216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0613" y="1052513"/>
            <a:ext cx="5492750" cy="5216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04001653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65113850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91332105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55545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0126783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634249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74829495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83638" y="115888"/>
            <a:ext cx="2879725" cy="61531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1288" y="115888"/>
            <a:ext cx="8489950" cy="61531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10657114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D10850-3351-4ECC-BEA0-03A8F8062C55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150AEB-3E52-4DDE-B9E4-78EEE405AD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873440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34C665-304D-47D3-AFCC-31BA15BD1FA3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91EAED-98B1-40B6-AE01-DFB753B5D83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544025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DC952-5AB2-4BFE-AC0E-A2C9CE5922E4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56DE51-08C9-4078-8579-A2A62E9D09B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395512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82E8C-3BD6-4303-8885-F3187911D0CA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26442-6E76-4027-98E8-4CBF3384BF2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640355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BD80E-BD19-4A83-AB66-329F7A412360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21975A-D99C-4687-8140-53F40636F6A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194734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62D31C-8A5C-4F7A-BED2-CA7264629D3F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DBE011-0BAC-42B7-B63C-D0140F80E57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4486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D79EA2-3A3D-4E88-8152-EB2A2C3F6A99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C665E-51AD-4116-B5F6-4A59594C0B1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164402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AC6B88-A290-4BB3-886D-9F3B56AA61CE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7DBE20-F845-443A-A333-69F6F0057F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295346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498B8-6981-48D1-AC0C-2A3C1C977D2E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D6874F-262D-42F5-AA29-C8685B13087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902562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65926F-5123-41A4-B230-E63A4E6BDF45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3716BD-093D-4D20-8C09-14C5DAFB376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141211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C8F22-597C-4AC4-8008-6CBFD8FC91F2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B8CF37-AF4B-4E99-A1D6-FBFDEE6E82B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973308"/>
      </p:ext>
    </p:extLst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5C87A-56CC-483F-9D93-BBF6459ECA2D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73B24B3-1F32-4C08-B6B7-30A36827872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249555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D7F2E-EBB7-4A57-8E60-FEEFE606D702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BF1FEB8-A2FE-44E1-A511-23B3B26128D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700330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10FD0-37F6-4C3B-9FD7-8F467C6D6847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D5D4553-BA32-488A-BDBB-12C2C16FE7F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301441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D1672D-967A-4359-9B83-93D6649DE9E5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269D7BA-AB46-43DD-AE47-34A9ECD5DFF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518469"/>
      </p:ext>
    </p:extLst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7C054-3D63-4914-A7C1-8C3AE2EAEADD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B0073D-7281-43BB-A44B-48A87ADDA69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981613"/>
      </p:ext>
    </p:extLst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9018A-4B8C-4307-893B-ADFC3A34B68F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5326E-7DEB-4DC3-AFFE-B97F46F174D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132009"/>
      </p:ext>
    </p:extLst>
  </p:cSld>
  <p:clrMapOvr>
    <a:masterClrMapping/>
  </p:clrMapOvr>
  <p:transition spd="slow">
    <p:wip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052CE-3801-4C00-87DE-D8492EB63D10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5643D65-9FB0-4099-B812-C21E2BCD507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282004"/>
      </p:ext>
    </p:extLst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18ABA-928E-473A-8F8E-3DDD4DAADE27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FEDC20E-F4B0-477C-AF9F-AE3DE224CA0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286428"/>
      </p:ext>
    </p:extLst>
  </p:cSld>
  <p:clrMapOvr>
    <a:masterClrMapping/>
  </p:clrMapOvr>
  <p:transition spd="slow">
    <p:wip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F05B6-B1A6-4C15-80E1-A1EECA479DBC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101E9E2-FC0D-450E-A4BC-DB2EE173F12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204149"/>
      </p:ext>
    </p:extLst>
  </p:cSld>
  <p:clrMapOvr>
    <a:masterClrMapping/>
  </p:clrMapOvr>
  <p:transition spd="slow">
    <p:wip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461F1E-690F-4F6E-A71D-ECB826EBA84E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4C42D2-36A3-45BB-AED0-3B4788EBD94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967277"/>
      </p:ext>
    </p:extLst>
  </p:cSld>
  <p:clrMapOvr>
    <a:masterClrMapping/>
  </p:clrMapOvr>
  <p:transition spd="slow">
    <p:wip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1369B9-1F38-4323-8FFA-4A80099CD5AF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EC3313-41F6-4645-9299-80AE09E8233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993929"/>
      </p:ext>
    </p:extLst>
  </p:cSld>
  <p:clrMapOvr>
    <a:masterClrMapping/>
  </p:clrMapOvr>
  <p:transition spd="slow">
    <p:wip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36ED0-6C2D-4D9B-8687-201FCD367D67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F5ABF97-F97D-45B6-9AF9-55BA766F9AA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575396"/>
      </p:ext>
    </p:extLst>
  </p:cSld>
  <p:clrMapOvr>
    <a:masterClrMapping/>
  </p:clrMapOvr>
  <p:transition spd="slow">
    <p:wip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110C9-ECF7-4C2F-BAFE-76F6CD21B3B1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2DFCBE3-FF66-4D5A-8BAD-BE06A31BC86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474748"/>
      </p:ext>
    </p:extLst>
  </p:cSld>
  <p:clrMapOvr>
    <a:masterClrMapping/>
  </p:clrMapOvr>
  <p:transition spd="slow">
    <p:wip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FB585D-0008-4588-8D1C-39EDF2E704FE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148E78-37DC-410E-B943-92A2D03902A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965052"/>
      </p:ext>
    </p:extLst>
  </p:cSld>
  <p:clrMapOvr>
    <a:masterClrMapping/>
  </p:clrMapOvr>
  <p:transition spd="slow">
    <p:wip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D1E7BF-0D59-4DBB-B865-35649E4C540E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E3BB980-DCFC-428E-8C11-B687822ADCB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541904"/>
      </p:ext>
    </p:extLst>
  </p:cSld>
  <p:clrMapOvr>
    <a:masterClrMapping/>
  </p:clrMapOvr>
  <p:transition spd="slow">
    <p:wip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CFEA11-EBA9-4C2A-8D54-0D4FD75BBF39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88656E6-640D-4E08-BE84-98CCC1AD876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927255"/>
      </p:ext>
    </p:extLst>
  </p:cSld>
  <p:clrMapOvr>
    <a:masterClrMapping/>
  </p:clrMapOvr>
  <p:transition spd="slow">
    <p:wip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FC743-92F0-446A-BB13-73F29EC07DEC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85AC00-A6EC-4FFA-8022-3F43FC6E49C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542427"/>
      </p:ext>
    </p:extLst>
  </p:cSld>
  <p:clrMapOvr>
    <a:masterClrMapping/>
  </p:clrMapOvr>
  <p:transition spd="slow">
    <p:wip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45BB3-889E-475A-BF72-2CDA4530EDE1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146F25A-9699-4FB1-B610-919B93D49FC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885934"/>
      </p:ext>
    </p:extLst>
  </p:cSld>
  <p:clrMapOvr>
    <a:masterClrMapping/>
  </p:clrMapOvr>
  <p:transition spd="slow">
    <p:wip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7B3A2-66FF-48D4-BE37-6312C1A0100A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F5A89F1-68B1-4EF7-AAE3-33F48816BD1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582662"/>
      </p:ext>
    </p:extLst>
  </p:cSld>
  <p:clrMapOvr>
    <a:masterClrMapping/>
  </p:clrMapOvr>
  <p:transition spd="slow">
    <p:wip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468AE-72EE-4AE2-9874-2643FEE0D20E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14EA5EF-0200-47E0-9CC7-7B4CC8D8449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322768"/>
      </p:ext>
    </p:extLst>
  </p:cSld>
  <p:clrMapOvr>
    <a:masterClrMapping/>
  </p:clrMapOvr>
  <p:transition spd="slow">
    <p:wip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75331-6A45-4549-80B5-F77C854B0A96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91ADCA0-61CC-4F45-91CF-ED0FFB5C115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328993"/>
      </p:ext>
    </p:extLst>
  </p:cSld>
  <p:clrMapOvr>
    <a:masterClrMapping/>
  </p:clrMapOvr>
  <p:transition spd="slow">
    <p:wip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82C44B-A29F-4FBB-8074-0EA539661B4B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D82612E-A9EB-4749-B986-D02768C6B21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830507"/>
      </p:ext>
    </p:extLst>
  </p:cSld>
  <p:clrMapOvr>
    <a:masterClrMapping/>
  </p:clrMapOvr>
  <p:transition spd="slow">
    <p:wip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08647-BF04-48A6-9CB7-92FFD5D1D8CB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18A7575-D279-4BCD-8C3B-4994EBE4A24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032308"/>
      </p:ext>
    </p:extLst>
  </p:cSld>
  <p:clrMapOvr>
    <a:masterClrMapping/>
  </p:clrMapOvr>
  <p:transition spd="slow">
    <p:wip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36468-C828-45C7-8B23-DD8440592A4B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3A5DA13-06C3-4A57-86D6-457DFECAA20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097026"/>
      </p:ext>
    </p:extLst>
  </p:cSld>
  <p:clrMapOvr>
    <a:masterClrMapping/>
  </p:clrMapOvr>
  <p:transition spd="slow">
    <p:wip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9BBF9-9A4A-4BF8-9E41-EAD52E865DB5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2FA49D1-9167-4A11-93EF-EAF14B6D1C2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944413"/>
      </p:ext>
    </p:extLst>
  </p:cSld>
  <p:clrMapOvr>
    <a:masterClrMapping/>
  </p:clrMapOvr>
  <p:transition spd="slow">
    <p:wip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1CDE5B-3E4B-4CF2-957C-FB16AFA46408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9F2CB1B-9DF7-4D8E-A336-02890235B31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212046"/>
      </p:ext>
    </p:extLst>
  </p:cSld>
  <p:clrMapOvr>
    <a:masterClrMapping/>
  </p:clrMapOvr>
  <p:transition spd="slow">
    <p:wip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7DF35-B2D7-4F4B-9544-0D699F6C20BF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EA6A7E3-00E2-495F-BD1C-5FBFC91A575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987456"/>
      </p:ext>
    </p:extLst>
  </p:cSld>
  <p:clrMapOvr>
    <a:masterClrMapping/>
  </p:clrMapOvr>
  <p:transition spd="slow">
    <p:wip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04234-F366-4296-B03A-49B75DDA5C90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046B0E-5C55-4277-A15D-3BA05167176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625969"/>
      </p:ext>
    </p:extLst>
  </p:cSld>
  <p:clrMapOvr>
    <a:masterClrMapping/>
  </p:clrMapOvr>
  <p:transition spd="slow">
    <p:wip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37AA5-E6A9-47A1-A124-F3195B0399A6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490D7DF-D1E7-42D6-8488-97037BEC8FA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397667"/>
      </p:ext>
    </p:extLst>
  </p:cSld>
  <p:clrMapOvr>
    <a:masterClrMapping/>
  </p:clrMapOvr>
  <p:transition spd="slow">
    <p:wip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1DB52-3BE6-4A06-98D3-741A69DADEC6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56CD8A-891F-425C-8504-E8D645DB074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947896"/>
      </p:ext>
    </p:extLst>
  </p:cSld>
  <p:clrMapOvr>
    <a:masterClrMapping/>
  </p:clrMapOvr>
  <p:transition spd="slow">
    <p:wip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4CBBF3-09C8-4DAA-8F1E-B475F93FBF2E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E95B491-0CE3-4774-8778-5C519C54071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217260"/>
      </p:ext>
    </p:extLst>
  </p:cSld>
  <p:clrMapOvr>
    <a:masterClrMapping/>
  </p:clrMapOvr>
  <p:transition spd="slow">
    <p:wip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ECB25-754A-4DEE-A88C-7D8620B2AEFC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256DC5-3433-4591-9C82-1FB5F9FAEDA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975828"/>
      </p:ext>
    </p:extLst>
  </p:cSld>
  <p:clrMapOvr>
    <a:masterClrMapping/>
  </p:clrMapOvr>
  <p:transition spd="slow">
    <p:wip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7CCA32-4F8E-4FC1-88EE-D42CAFB87394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39957F4-6785-4EE2-A6C5-EF34FB93E95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206154"/>
      </p:ext>
    </p:extLst>
  </p:cSld>
  <p:clrMapOvr>
    <a:masterClrMapping/>
  </p:clrMapOvr>
  <p:transition spd="slow">
    <p:wip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F82FEF-C79C-4D1F-8523-5D66F12EDBBD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54F613F-EFB6-42F0-A3DE-D3638B462AD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839669"/>
      </p:ext>
    </p:extLst>
  </p:cSld>
  <p:clrMapOvr>
    <a:masterClrMapping/>
  </p:clrMapOvr>
  <p:transition spd="slow">
    <p:wip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E467C-2726-4D2D-8F54-14F3FF313FD4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B53C826-6061-4CF3-AC16-C5377F1D382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872253"/>
      </p:ext>
    </p:extLst>
  </p:cSld>
  <p:clrMapOvr>
    <a:masterClrMapping/>
  </p:clrMapOvr>
  <p:transition spd="slow">
    <p:wip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71837F-9754-4A43-92FD-5849D31D13C4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B6E8DC0-9646-4980-99AA-4F111563706B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071194"/>
      </p:ext>
    </p:extLst>
  </p:cSld>
  <p:clrMapOvr>
    <a:masterClrMapping/>
  </p:clrMapOvr>
  <p:transition spd="slow">
    <p:wip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212EA-7F14-44EF-BDBC-ECCED72D398B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762FE5B-F330-41EB-BF95-2F1EFF3AAC6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326126"/>
      </p:ext>
    </p:extLst>
  </p:cSld>
  <p:clrMapOvr>
    <a:masterClrMapping/>
  </p:clrMapOvr>
  <p:transition spd="slow">
    <p:wip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26245-CDF5-44BC-A4EE-DAA9EAAC7218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622C7FC-44CC-4006-8603-A6AC59774A1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576203"/>
      </p:ext>
    </p:extLst>
  </p:cSld>
  <p:clrMapOvr>
    <a:masterClrMapping/>
  </p:clrMapOvr>
  <p:transition spd="slow">
    <p:wip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96CF5A-F495-4561-8C79-DB006A262A8A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054779B-3AFD-4A79-829B-734641E557A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419452"/>
      </p:ext>
    </p:extLst>
  </p:cSld>
  <p:clrMapOvr>
    <a:masterClrMapping/>
  </p:clrMapOvr>
  <p:transition spd="slow">
    <p:wip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118369-3116-4E43-9786-462A17DC7AFC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96A7FE1-12B9-487E-9C10-5F6EC5562CB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007339"/>
      </p:ext>
    </p:extLst>
  </p:cSld>
  <p:clrMapOvr>
    <a:masterClrMapping/>
  </p:clrMapOvr>
  <p:transition spd="slow">
    <p:wip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38624-C897-4D4B-ADE9-EB20CFFE7111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54B2398-8B32-4095-A736-DCF6C7DE95B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833675"/>
      </p:ext>
    </p:extLst>
  </p:cSld>
  <p:clrMapOvr>
    <a:masterClrMapping/>
  </p:clrMapOvr>
  <p:transition spd="slow">
    <p:wip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147ECF-08A4-4943-91C3-A90CB613B111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A840DB4-5053-4C1D-8F7C-0CB251FAD0C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702803"/>
      </p:ext>
    </p:extLst>
  </p:cSld>
  <p:clrMapOvr>
    <a:masterClrMapping/>
  </p:clrMapOvr>
  <p:transition spd="slow">
    <p:wip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50A1A6-A482-493D-8BFC-D6C8698AD93E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F69B28D-7874-4089-B1FA-7DDBB089015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96351"/>
      </p:ext>
    </p:extLst>
  </p:cSld>
  <p:clrMapOvr>
    <a:masterClrMapping/>
  </p:clrMapOvr>
  <p:transition spd="slow">
    <p:wip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B43BE-4301-4023-84F1-B78E482CCF92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443F4E8-A79F-4D07-B6C0-D24B7305340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664648"/>
      </p:ext>
    </p:extLst>
  </p:cSld>
  <p:clrMapOvr>
    <a:masterClrMapping/>
  </p:clrMapOvr>
  <p:transition spd="slow">
    <p:wip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582A2-56DC-48C2-AEDD-FC7D305B1551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F73D819-0305-4061-B887-A804EDFF20E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546343"/>
      </p:ext>
    </p:extLst>
  </p:cSld>
  <p:clrMapOvr>
    <a:masterClrMapping/>
  </p:clrMapOvr>
  <p:transition spd="slow">
    <p:wip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EE4B6-B61A-4CD6-ADFE-1DC901F0ACB7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5A18283-B51A-4F14-93BA-58A08B75C89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97709"/>
      </p:ext>
    </p:extLst>
  </p:cSld>
  <p:clrMapOvr>
    <a:masterClrMapping/>
  </p:clrMapOvr>
  <p:transition spd="slow">
    <p:wip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5DE4A-1C34-46FA-AAC4-9B46975542A3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C5C6D6E-9771-4432-BFEA-573C771C8D8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069235"/>
      </p:ext>
    </p:extLst>
  </p:cSld>
  <p:clrMapOvr>
    <a:masterClrMapping/>
  </p:clrMapOvr>
  <p:transition spd="slow">
    <p:wip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19391-12D2-4B11-9CC6-2033FE68C7BB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C5FBE1-BFD1-4C4C-B3EC-0B711B0311C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364177"/>
      </p:ext>
    </p:extLst>
  </p:cSld>
  <p:clrMapOvr>
    <a:masterClrMapping/>
  </p:clrMapOvr>
  <p:transition spd="slow">
    <p:wip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68164-5F1A-413F-85B5-0862038E8D97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F49F1A6-432A-4E8F-A6C9-D44657187C7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022696"/>
      </p:ext>
    </p:extLst>
  </p:cSld>
  <p:clrMapOvr>
    <a:masterClrMapping/>
  </p:clrMapOvr>
  <p:transition spd="slow">
    <p:wip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06D56-A29E-45D1-986E-5C3DF331E1D0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B7BEF2-C705-4610-AA48-F0BE432883C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251476"/>
      </p:ext>
    </p:extLst>
  </p:cSld>
  <p:clrMapOvr>
    <a:masterClrMapping/>
  </p:clrMapOvr>
  <p:transition spd="slow">
    <p:wip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C8308-08DA-4084-BB14-B5345477ABF7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A9B7909-6922-466C-8E82-D5F13A938AA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762196"/>
      </p:ext>
    </p:extLst>
  </p:cSld>
  <p:clrMapOvr>
    <a:masterClrMapping/>
  </p:clrMapOvr>
  <p:transition spd="slow">
    <p:wip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91377-4AC2-42A5-B2F1-12F59A9495E2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53665D0-744B-4FA0-952B-DB64C8F24A5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265011"/>
      </p:ext>
    </p:extLst>
  </p:cSld>
  <p:clrMapOvr>
    <a:masterClrMapping/>
  </p:clrMapOvr>
  <p:transition spd="slow">
    <p:wip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1C648B-F317-4A4F-81DD-890987954AAF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D321345-26CB-4145-8BAE-10A16FC795F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284807"/>
      </p:ext>
    </p:extLst>
  </p:cSld>
  <p:clrMapOvr>
    <a:masterClrMapping/>
  </p:clrMapOvr>
  <p:transition spd="slow">
    <p:wip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0B7EAB-C6FD-4BAE-BE73-A23765B2D9B7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525C7C-CDE3-43C6-8F15-60D4BC01621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772298"/>
      </p:ext>
    </p:extLst>
  </p:cSld>
  <p:clrMapOvr>
    <a:masterClrMapping/>
  </p:clrMapOvr>
  <p:transition spd="slow">
    <p:wip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580BA-E193-4A43-A5FF-BB7520AAC161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D4AF7AB-4450-43D9-B19B-1C2C60A1E2E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711251"/>
      </p:ext>
    </p:extLst>
  </p:cSld>
  <p:clrMapOvr>
    <a:masterClrMapping/>
  </p:clrMapOvr>
  <p:transition spd="slow">
    <p:wip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749DC-9058-4B8A-8A27-FEC0BD54083C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7911757-7E0E-47F8-B40E-554270163B8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314764"/>
      </p:ext>
    </p:extLst>
  </p:cSld>
  <p:clrMapOvr>
    <a:masterClrMapping/>
  </p:clrMapOvr>
  <p:transition spd="slow">
    <p:wip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AE851-855C-42DE-A749-56E4A2DF816D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F818BB4-BDCA-4FE2-B66E-D8278249543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9532"/>
      </p:ext>
    </p:extLst>
  </p:cSld>
  <p:clrMapOvr>
    <a:masterClrMapping/>
  </p:clrMapOvr>
  <p:transition spd="slow">
    <p:wip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7F5943-3138-42C8-A41B-2854A7273F6B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5A971B-78A2-45EB-A4BE-E04423BC16C4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097460"/>
      </p:ext>
    </p:extLst>
  </p:cSld>
  <p:clrMapOvr>
    <a:masterClrMapping/>
  </p:clrMapOvr>
  <p:transition spd="slow">
    <p:wip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B2B563-19EC-4D04-991E-510BB720AC21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027EC6F-1EE8-4001-BE22-5D475622579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266764"/>
      </p:ext>
    </p:extLst>
  </p:cSld>
  <p:clrMapOvr>
    <a:masterClrMapping/>
  </p:clrMapOvr>
  <p:transition spd="slow">
    <p:wip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57D3DB-D7B2-4EC1-8123-393AEFAC5E7C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99EC9FC-E5FA-4CFA-9E1D-B365E893252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237733"/>
      </p:ext>
    </p:extLst>
  </p:cSld>
  <p:clrMapOvr>
    <a:masterClrMapping/>
  </p:clrMapOvr>
  <p:transition spd="slow">
    <p:wip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B0AB34-E6DC-425C-9F67-E0EBA9546617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6847E1-E217-4E6B-BC57-1F7378908C5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259117"/>
      </p:ext>
    </p:extLst>
  </p:cSld>
  <p:clrMapOvr>
    <a:masterClrMapping/>
  </p:clrMapOvr>
  <p:transition spd="slow">
    <p:wip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B9687-A8AA-4E1C-AD02-AB9CA210A5D0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A29AF38-4B0C-496D-80DF-00067280FE5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49587"/>
      </p:ext>
    </p:extLst>
  </p:cSld>
  <p:clrMapOvr>
    <a:masterClrMapping/>
  </p:clrMapOvr>
  <p:transition spd="slow">
    <p:wip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D941A3-DCB0-4715-82CA-494C73A83A16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487F48A-2150-4EDC-81E8-8B404701A25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030603"/>
      </p:ext>
    </p:extLst>
  </p:cSld>
  <p:clrMapOvr>
    <a:masterClrMapping/>
  </p:clrMapOvr>
  <p:transition spd="slow">
    <p:wip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F8ABB-45CB-462F-8745-A48323406422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183CE86-A091-415B-84FB-CFBA585ED93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090948"/>
      </p:ext>
    </p:extLst>
  </p:cSld>
  <p:clrMapOvr>
    <a:masterClrMapping/>
  </p:clrMapOvr>
  <p:transition spd="slow">
    <p:wip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B22981-DF79-4314-B3E7-2A46CDA2FEF9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B758359-9570-4A4C-ADF1-DFCF5887FF6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978884"/>
      </p:ext>
    </p:extLst>
  </p:cSld>
  <p:clrMapOvr>
    <a:masterClrMapping/>
  </p:clrMapOvr>
  <p:transition spd="slow">
    <p:wip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4841E6-ACF1-45B6-B2EF-D204837F9110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A25C91A-12A3-4A71-BB97-2577988A31C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392507"/>
      </p:ext>
    </p:extLst>
  </p:cSld>
  <p:clrMapOvr>
    <a:masterClrMapping/>
  </p:clrMapOvr>
  <p:transition spd="slow">
    <p:wip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56E78-D327-4352-894F-8868AE812F40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7675B9C-A36B-4721-8670-29A3E4BB1E3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550695"/>
      </p:ext>
    </p:extLst>
  </p:cSld>
  <p:clrMapOvr>
    <a:masterClrMapping/>
  </p:clrMapOvr>
  <p:transition spd="slow">
    <p:wip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4FEC0-D7A0-484D-A8C5-ECB83D99A571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3891515-F5BB-4250-8610-18DC2A55363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26933"/>
      </p:ext>
    </p:extLst>
  </p:cSld>
  <p:clrMapOvr>
    <a:masterClrMapping/>
  </p:clrMapOvr>
  <p:transition spd="slow">
    <p:wip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EDD4BA-5840-48AE-A139-EA67D0C78F60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1C49D9A-4A0F-48BC-8378-53F5B7A2C5E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294947"/>
      </p:ext>
    </p:extLst>
  </p:cSld>
  <p:clrMapOvr>
    <a:masterClrMapping/>
  </p:clrMapOvr>
  <p:transition spd="slow">
    <p:wip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FFFB5F-0D3C-4A9D-86CE-964DDE024698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A126C66-9B4E-43A0-B830-2B048118890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280812"/>
      </p:ext>
    </p:extLst>
  </p:cSld>
  <p:clrMapOvr>
    <a:masterClrMapping/>
  </p:clrMapOvr>
  <p:transition spd="slow">
    <p:wip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CC95C3-09F3-4B98-95BD-2D3F53413744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531E85C-0929-43B9-97F4-64D161EAB23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754182"/>
      </p:ext>
    </p:extLst>
  </p:cSld>
  <p:clrMapOvr>
    <a:masterClrMapping/>
  </p:clrMapOvr>
  <p:transition spd="slow">
    <p:wip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FCEFD9-3FAE-420C-9AE0-6DEFE3EC82B2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14E0EF9-00DB-45D0-87B6-C779CB48658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418531"/>
      </p:ext>
    </p:extLst>
  </p:cSld>
  <p:clrMapOvr>
    <a:masterClrMapping/>
  </p:clrMapOvr>
  <p:transition spd="slow">
    <p:wip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EBF26D-8A7E-4B52-939D-0F205F4281A5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9A08899-FFA9-4F2E-AACA-E64710B4453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791270"/>
      </p:ext>
    </p:extLst>
  </p:cSld>
  <p:clrMapOvr>
    <a:masterClrMapping/>
  </p:clrMapOvr>
  <p:transition spd="slow">
    <p:wip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0F1D0-3BDF-4E02-B413-E45332868E99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91ECD3F-C079-467E-AE3E-0C7E8A0EA79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712764"/>
      </p:ext>
    </p:extLst>
  </p:cSld>
  <p:clrMapOvr>
    <a:masterClrMapping/>
  </p:clrMapOvr>
  <p:transition spd="slow">
    <p:wip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056DE-3C36-4CCF-A8BD-B810CF2DCEAC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9B1A466-82B2-42B3-8A8A-48E7485C0DA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151073"/>
      </p:ext>
    </p:extLst>
  </p:cSld>
  <p:clrMapOvr>
    <a:masterClrMapping/>
  </p:clrMapOvr>
  <p:transition spd="slow">
    <p:wip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3B097-422F-4C2E-99C0-798332BCF256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DC9C901-F4A2-444E-B9FF-1B07116391F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627599"/>
      </p:ext>
    </p:extLst>
  </p:cSld>
  <p:clrMapOvr>
    <a:masterClrMapping/>
  </p:clrMapOvr>
  <p:transition spd="slow">
    <p:wip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90DDC-97D5-43B9-8C99-8A73AAED803E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9E8F3E3-6A63-4F28-B69A-600C9514968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359893"/>
      </p:ext>
    </p:extLst>
  </p:cSld>
  <p:clrMapOvr>
    <a:masterClrMapping/>
  </p:clrMapOvr>
  <p:transition spd="slow">
    <p:wip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1D92A2-01C0-4E73-AA6C-FC410D9D8225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BC4C665-E320-4815-B6CD-02C20E47D2E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356288"/>
      </p:ext>
    </p:extLst>
  </p:cSld>
  <p:clrMapOvr>
    <a:masterClrMapping/>
  </p:clrMapOvr>
  <p:transition spd="slow">
    <p:wipe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ADAC1E-92F8-49A6-AA65-19CF3D283931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E47255B-E888-4499-9BBC-64B9FF37B4B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740942"/>
      </p:ext>
    </p:extLst>
  </p:cSld>
  <p:clrMapOvr>
    <a:masterClrMapping/>
  </p:clrMapOvr>
  <p:transition spd="slow">
    <p:wip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74AFD-5B57-4F1A-B080-DB228B8AE750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CABC38F-BBC5-4290-A5B4-2D6922E9829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388278"/>
      </p:ext>
    </p:extLst>
  </p:cSld>
  <p:clrMapOvr>
    <a:masterClrMapping/>
  </p:clrMapOvr>
  <p:transition spd="slow">
    <p:wip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613512-A99A-4F9A-9F60-ADEA306B9DCD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009A8E0-20C4-445F-8C4E-1329B64E519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235336"/>
      </p:ext>
    </p:extLst>
  </p:cSld>
  <p:clrMapOvr>
    <a:masterClrMapping/>
  </p:clrMapOvr>
  <p:transition spd="slow">
    <p:wipe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913889-8D2B-45C8-847E-F048BFACB17A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686856-D975-47E0-963C-25ED9B37D54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545933"/>
      </p:ext>
    </p:extLst>
  </p:cSld>
  <p:clrMapOvr>
    <a:masterClrMapping/>
  </p:clrMapOvr>
  <p:transition spd="slow">
    <p:wip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61B99-F938-4E23-B8DD-5DE7D25658DD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C4B43E4-BC5F-4BD1-A5E7-415D037EA29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656403"/>
      </p:ext>
    </p:extLst>
  </p:cSld>
  <p:clrMapOvr>
    <a:masterClrMapping/>
  </p:clrMapOvr>
  <p:transition spd="slow">
    <p:wip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60EF2F-7663-4D1A-8474-862812FDF2D2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821556C-7473-45A4-B466-A2451E9BBA6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382720"/>
      </p:ext>
    </p:extLst>
  </p:cSld>
  <p:clrMapOvr>
    <a:masterClrMapping/>
  </p:clrMapOvr>
  <p:transition spd="slow">
    <p:wip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18174-386C-4457-BE22-44652DBABD73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A546B74-9C5F-4FB3-9856-08D3642BD1E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38623"/>
      </p:ext>
    </p:extLst>
  </p:cSld>
  <p:clrMapOvr>
    <a:masterClrMapping/>
  </p:clrMapOvr>
  <p:transition spd="slow">
    <p:wip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4E5CAE-172B-4540-807F-D04915335DE3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AA6588C-B375-4DEE-99C1-9FD409A56C9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637196"/>
      </p:ext>
    </p:extLst>
  </p:cSld>
  <p:clrMapOvr>
    <a:masterClrMapping/>
  </p:clrMapOvr>
  <p:transition spd="slow">
    <p:wip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C1C305-9DC2-429B-9319-4AF1F8F03525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1574A8C-D089-40B3-91C2-9C09BB613B5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728786"/>
      </p:ext>
    </p:extLst>
  </p:cSld>
  <p:clrMapOvr>
    <a:masterClrMapping/>
  </p:clrMapOvr>
  <p:transition spd="slow">
    <p:wipe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8060E-8E5B-4DD0-A6AF-C0D139F67949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D8B8D0C-7DE6-4B7A-A52B-0DFF60D471C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906199"/>
      </p:ext>
    </p:extLst>
  </p:cSld>
  <p:clrMapOvr>
    <a:masterClrMapping/>
  </p:clrMapOvr>
  <p:transition spd="slow">
    <p:wipe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39D15-D351-44D0-8B3C-0668FF6C5E9E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B1065CC-BE43-4694-94C9-7887B4A61F3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094109"/>
      </p:ext>
    </p:extLst>
  </p:cSld>
  <p:clrMapOvr>
    <a:masterClrMapping/>
  </p:clrMapOvr>
  <p:transition spd="slow">
    <p:wipe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12F96C-17E6-4002-8928-B40C6CDACA4D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D2C7FC9-28F0-41D3-AB29-0D7BA6680F1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32265"/>
      </p:ext>
    </p:extLst>
  </p:cSld>
  <p:clrMapOvr>
    <a:masterClrMapping/>
  </p:clrMapOvr>
  <p:transition spd="slow">
    <p:wipe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F82BA-0C0A-4BD8-9855-CCEFB0A6FB33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6AD4D8A-FEF9-4DE1-B934-2A42F184460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369673"/>
      </p:ext>
    </p:extLst>
  </p:cSld>
  <p:clrMapOvr>
    <a:masterClrMapping/>
  </p:clrMapOvr>
  <p:transition spd="slow">
    <p:wipe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DE913F-BE31-4A89-BAF8-0BBB51C74518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506447E-BBC3-4C75-92CD-BCD5E29056D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420712"/>
      </p:ext>
    </p:extLst>
  </p:cSld>
  <p:clrMapOvr>
    <a:masterClrMapping/>
  </p:clrMapOvr>
  <p:transition spd="slow">
    <p:wipe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84DEB1-9CFC-4348-AA46-F8EDE6729F86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053CAF2-0E70-4EE9-ABC9-58F90F046C1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772677"/>
      </p:ext>
    </p:extLst>
  </p:cSld>
  <p:clrMapOvr>
    <a:masterClrMapping/>
  </p:clrMapOvr>
  <p:transition spd="slow">
    <p:wipe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98673C-3F24-4799-B7B1-C426D7300F49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E770170-DF92-46AD-B1BF-EB822E6487E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904783"/>
      </p:ext>
    </p:extLst>
  </p:cSld>
  <p:clrMapOvr>
    <a:masterClrMapping/>
  </p:clrMapOvr>
  <p:transition spd="slow">
    <p:wipe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6E28A-5DF0-444A-8F15-1FB4AEAE335B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C6002ED-FF01-4095-8085-F07246E5098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326178"/>
      </p:ext>
    </p:extLst>
  </p:cSld>
  <p:clrMapOvr>
    <a:masterClrMapping/>
  </p:clrMapOvr>
  <p:transition spd="slow">
    <p:wipe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CF2D36-3140-42F6-9827-C645860485FD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DC00AF4-398C-43E6-BC22-B4A8AECDF60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322828"/>
      </p:ext>
    </p:extLst>
  </p:cSld>
  <p:clrMapOvr>
    <a:masterClrMapping/>
  </p:clrMapOvr>
  <p:transition spd="slow">
    <p:wipe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D6628-EA49-4BFA-9291-5A1EA6511D23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C8B9826-18E6-4D9B-A1B0-EAF54E9C3EF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296468"/>
      </p:ext>
    </p:extLst>
  </p:cSld>
  <p:clrMapOvr>
    <a:masterClrMapping/>
  </p:clrMapOvr>
  <p:transition spd="slow">
    <p:wipe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03088C-28E1-48B2-94DA-E7F8FD0934AB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98E0451-6243-49D9-9C58-04E9045C09F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015231"/>
      </p:ext>
    </p:extLst>
  </p:cSld>
  <p:clrMapOvr>
    <a:masterClrMapping/>
  </p:clrMapOvr>
  <p:transition spd="slow">
    <p:wipe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E3525-6FF4-4B1F-8F81-F026F0AA6560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6737098-B440-4AE8-932F-0DD43946F9A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559745"/>
      </p:ext>
    </p:extLst>
  </p:cSld>
  <p:clrMapOvr>
    <a:masterClrMapping/>
  </p:clrMapOvr>
  <p:transition spd="slow">
    <p:wipe/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9BB7D-82CD-404D-BCE1-FCCF79AF00A3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9C49FA1-91C7-4404-8F23-8834546EFCF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085576"/>
      </p:ext>
    </p:extLst>
  </p:cSld>
  <p:clrMapOvr>
    <a:masterClrMapping/>
  </p:clrMapOvr>
  <p:transition spd="slow">
    <p:wipe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A3AB3E-DD7A-4409-88B2-B476F2489275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77E62E1-B247-49C7-9C2A-498EA14C13E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065712"/>
      </p:ext>
    </p:extLst>
  </p:cSld>
  <p:clrMapOvr>
    <a:masterClrMapping/>
  </p:clrMapOvr>
  <p:transition spd="slow">
    <p:wipe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6E83B5-B24A-4190-B7DD-ED07A1A66E4A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D72945-475F-40C7-8CDF-18B2182175A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133798"/>
      </p:ext>
    </p:extLst>
  </p:cSld>
  <p:clrMapOvr>
    <a:masterClrMapping/>
  </p:clrMapOvr>
  <p:transition spd="slow">
    <p:wipe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57EE0-127A-4327-870B-6A85D479EDD7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FA7ABDE-6B16-4FF8-987B-50747F0687D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867317"/>
      </p:ext>
    </p:extLst>
  </p:cSld>
  <p:clrMapOvr>
    <a:masterClrMapping/>
  </p:clrMapOvr>
  <p:transition spd="slow">
    <p:wipe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22CF9-3CF7-4111-B657-7ACFE077669A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51C9D9-9159-4A70-BCD6-A0AA8F25372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360805"/>
      </p:ext>
    </p:extLst>
  </p:cSld>
  <p:clrMapOvr>
    <a:masterClrMapping/>
  </p:clrMapOvr>
  <p:transition spd="slow">
    <p:wipe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3F7D9-B2CC-42B9-BAB6-7652D26DF489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130AFED-A879-4C1D-889E-87522446D74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008445"/>
      </p:ext>
    </p:extLst>
  </p:cSld>
  <p:clrMapOvr>
    <a:masterClrMapping/>
  </p:clrMapOvr>
  <p:transition spd="slow">
    <p:wipe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94A03D-13DD-496A-9A0A-64DE6189D5D3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9E651DE-3D15-4CE0-AD6C-FD497B92A53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681155"/>
      </p:ext>
    </p:extLst>
  </p:cSld>
  <p:clrMapOvr>
    <a:masterClrMapping/>
  </p:clrMapOvr>
  <p:transition spd="slow">
    <p:wipe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F8F54B-D74D-4555-A6EC-A973DE0AB8BF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9B8F598-8DC3-4DC2-AFA0-93E9AC8D076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036337"/>
      </p:ext>
    </p:extLst>
  </p:cSld>
  <p:clrMapOvr>
    <a:masterClrMapping/>
  </p:clrMapOvr>
  <p:transition spd="slow">
    <p:wipe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EAE2A-EF96-4189-BF5E-345327F439EF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FCBB2C6-EA73-43E7-AF67-1AE5BE02D6A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522347"/>
      </p:ext>
    </p:extLst>
  </p:cSld>
  <p:clrMapOvr>
    <a:masterClrMapping/>
  </p:clrMapOvr>
  <p:transition spd="slow">
    <p:wipe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DD8023-0225-45BD-AB07-98ECA260F0B9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649BBEC-5F9A-4C86-81FB-D92A7D20C0BB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607785"/>
      </p:ext>
    </p:extLst>
  </p:cSld>
  <p:clrMapOvr>
    <a:masterClrMapping/>
  </p:clrMapOvr>
  <p:transition spd="slow">
    <p:wipe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666090-0686-4003-8103-D80F83738F83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095016E-0D06-4AC1-B4F4-8D137E6ED1E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989357"/>
      </p:ext>
    </p:extLst>
  </p:cSld>
  <p:clrMapOvr>
    <a:masterClrMapping/>
  </p:clrMapOvr>
  <p:transition spd="slow">
    <p:wipe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84542-E40C-4CC9-8B7F-72F9117A478C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522D596-344F-464A-B82F-0B8FE88EDFB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569466"/>
      </p:ext>
    </p:extLst>
  </p:cSld>
  <p:clrMapOvr>
    <a:masterClrMapping/>
  </p:clrMapOvr>
  <p:transition spd="slow">
    <p:wipe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AEC5A4-7E58-4331-9734-A2E98DBE81AF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B891796-E2BA-450E-B93C-9F08862F04CA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730567"/>
      </p:ext>
    </p:extLst>
  </p:cSld>
  <p:clrMapOvr>
    <a:masterClrMapping/>
  </p:clrMapOvr>
  <p:transition spd="slow">
    <p:wipe/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D7310-BAF0-4B99-9A20-BF482F56BD45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CBD391-A3D4-4B90-8F4C-77011D2147D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157882"/>
      </p:ext>
    </p:extLst>
  </p:cSld>
  <p:clrMapOvr>
    <a:masterClrMapping/>
  </p:clrMapOvr>
  <p:transition spd="slow">
    <p:wipe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C0E9B0-C5CF-4540-AE49-8CA44A730E86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6D6A070-07CA-4C2A-A4D9-04DD456A3BA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718668"/>
      </p:ext>
    </p:extLst>
  </p:cSld>
  <p:clrMapOvr>
    <a:masterClrMapping/>
  </p:clrMapOvr>
  <p:transition spd="slow">
    <p:wipe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73EB1-9A3A-4A7B-B6EF-8AA93A572F2C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5473F8A-B57E-4EF0-A16F-D60BD6C8E86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180003"/>
      </p:ext>
    </p:extLst>
  </p:cSld>
  <p:clrMapOvr>
    <a:masterClrMapping/>
  </p:clrMapOvr>
  <p:transition spd="slow">
    <p:wipe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6E95B4-44FA-4683-9B62-9D51FF9A494C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84F5B99-60B1-4F52-8784-605FC65DA5F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21448"/>
      </p:ext>
    </p:extLst>
  </p:cSld>
  <p:clrMapOvr>
    <a:masterClrMapping/>
  </p:clrMapOvr>
  <p:transition spd="slow">
    <p:wipe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D3D84-5729-4B32-8CF6-E5920631F8B7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F0E0896-6583-4D02-B83A-18F10415BF9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969443"/>
      </p:ext>
    </p:extLst>
  </p:cSld>
  <p:clrMapOvr>
    <a:masterClrMapping/>
  </p:clrMapOvr>
  <p:transition spd="slow">
    <p:wipe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D356DC-89BE-4BC2-B0EA-2E83F1FF5236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45F3FA-51F6-4A17-8B6F-1809CE7528A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781212"/>
      </p:ext>
    </p:extLst>
  </p:cSld>
  <p:clrMapOvr>
    <a:masterClrMapping/>
  </p:clrMapOvr>
  <p:transition spd="slow">
    <p:wipe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05FD25-8B0C-4084-B48F-2C98BE4816B4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3428710-972C-4932-B02E-D2B607E60D5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58421"/>
      </p:ext>
    </p:extLst>
  </p:cSld>
  <p:clrMapOvr>
    <a:masterClrMapping/>
  </p:clrMapOvr>
  <p:transition spd="slow">
    <p:wipe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80409-ED64-43D8-950D-12D076F8C14D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2B40ED4-722B-4234-8F5D-ACDA7FA0C68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743518"/>
      </p:ext>
    </p:extLst>
  </p:cSld>
  <p:clrMapOvr>
    <a:masterClrMapping/>
  </p:clrMapOvr>
  <p:transition spd="slow">
    <p:wipe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D272E9-C291-45F3-97E8-AD10E192671D}" type="datetime1">
              <a:rPr lang="zh-CN" altLang="en-US"/>
              <a:pPr>
                <a:defRPr/>
              </a:pPr>
              <a:t>2019/1/24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C24EF79-09F8-41AB-89F7-94969842EF73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080964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41288" y="115888"/>
            <a:ext cx="9555162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事件管理标准流程示例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5463" y="1052513"/>
            <a:ext cx="11137900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>
                <a:sym typeface="Calibri" panose="020F0502020204030204" pitchFamily="34" charset="0"/>
              </a:rPr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37" r:id="rId1"/>
    <p:sldLayoutId id="2147486038" r:id="rId2"/>
    <p:sldLayoutId id="2147486039" r:id="rId3"/>
    <p:sldLayoutId id="2147486040" r:id="rId4"/>
    <p:sldLayoutId id="2147486041" r:id="rId5"/>
    <p:sldLayoutId id="2147486042" r:id="rId6"/>
    <p:sldLayoutId id="2147486043" r:id="rId7"/>
    <p:sldLayoutId id="2147486044" r:id="rId8"/>
    <p:sldLayoutId id="2147486045" r:id="rId9"/>
    <p:sldLayoutId id="2147486046" r:id="rId10"/>
    <p:sldLayoutId id="2147486047" r:id="rId11"/>
  </p:sldLayoutIdLst>
  <p:transition spd="slow">
    <p:wipe/>
  </p:transition>
  <p:txStyles>
    <p:titleStyle>
      <a:lvl1pPr marL="914400" indent="-914400"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5339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53391"/>
          </a:solidFill>
          <a:latin typeface="微软雅黑" pitchFamily="34" charset="-122"/>
          <a:ea typeface="微软雅黑" pitchFamily="34" charset="-122"/>
          <a:sym typeface="Calibri" panose="020F0502020204030204" pitchFamily="34" charset="0"/>
        </a:defRPr>
      </a:lvl2pPr>
      <a:lvl3pPr marL="914400" indent="-914400"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53391"/>
          </a:solidFill>
          <a:latin typeface="微软雅黑" pitchFamily="34" charset="-122"/>
          <a:ea typeface="微软雅黑" pitchFamily="34" charset="-122"/>
          <a:sym typeface="Calibri" panose="020F0502020204030204" pitchFamily="34" charset="0"/>
        </a:defRPr>
      </a:lvl3pPr>
      <a:lvl4pPr marL="914400" indent="-914400"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53391"/>
          </a:solidFill>
          <a:latin typeface="微软雅黑" pitchFamily="34" charset="-122"/>
          <a:ea typeface="微软雅黑" pitchFamily="34" charset="-122"/>
          <a:sym typeface="Calibri" panose="020F0502020204030204" pitchFamily="34" charset="0"/>
        </a:defRPr>
      </a:lvl4pPr>
      <a:lvl5pPr marL="914400" indent="-914400"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53391"/>
          </a:solidFill>
          <a:latin typeface="微软雅黑" pitchFamily="34" charset="-122"/>
          <a:ea typeface="微软雅黑" pitchFamily="34" charset="-122"/>
          <a:sym typeface="Calibri" panose="020F0502020204030204" pitchFamily="34" charset="0"/>
        </a:defRPr>
      </a:lvl5pPr>
      <a:lvl6pPr marL="1371600" indent="-914400"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53391"/>
          </a:solidFill>
          <a:latin typeface="微软雅黑" pitchFamily="34" charset="-122"/>
          <a:ea typeface="微软雅黑" pitchFamily="34" charset="-122"/>
          <a:sym typeface="Calibri" pitchFamily="34" charset="0"/>
        </a:defRPr>
      </a:lvl6pPr>
      <a:lvl7pPr marL="1828800" indent="-914400"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53391"/>
          </a:solidFill>
          <a:latin typeface="微软雅黑" pitchFamily="34" charset="-122"/>
          <a:ea typeface="微软雅黑" pitchFamily="34" charset="-122"/>
          <a:sym typeface="Calibri" pitchFamily="34" charset="0"/>
        </a:defRPr>
      </a:lvl7pPr>
      <a:lvl8pPr marL="2286000" indent="-914400"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53391"/>
          </a:solidFill>
          <a:latin typeface="微软雅黑" pitchFamily="34" charset="-122"/>
          <a:ea typeface="微软雅黑" pitchFamily="34" charset="-122"/>
          <a:sym typeface="Calibri" pitchFamily="34" charset="0"/>
        </a:defRPr>
      </a:lvl8pPr>
      <a:lvl9pPr marL="2743200" indent="-914400"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53391"/>
          </a:solidFill>
          <a:latin typeface="微软雅黑" pitchFamily="34" charset="-122"/>
          <a:ea typeface="微软雅黑" pitchFamily="34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rgbClr val="05339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 b="1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 b="1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 b="1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 b="1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 b="1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 b="1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 b="1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205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205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1D4ED1A5-96AC-4E3B-BFBE-0AD8A6718DEA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205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AFCC87D-6B41-4773-8246-4D947AE5978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48" r:id="rId1"/>
    <p:sldLayoutId id="2147486049" r:id="rId2"/>
    <p:sldLayoutId id="2147486050" r:id="rId3"/>
    <p:sldLayoutId id="2147486051" r:id="rId4"/>
    <p:sldLayoutId id="2147486052" r:id="rId5"/>
    <p:sldLayoutId id="2147486053" r:id="rId6"/>
    <p:sldLayoutId id="2147486054" r:id="rId7"/>
    <p:sldLayoutId id="2147486055" r:id="rId8"/>
    <p:sldLayoutId id="2147486056" r:id="rId9"/>
    <p:sldLayoutId id="2147486057" r:id="rId10"/>
    <p:sldLayoutId id="2147486058" r:id="rId11"/>
  </p:sldLayoutIdLst>
  <p:transition spd="slow">
    <p:wipe/>
  </p:transition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3075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3076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53DB623E-3427-4BE1-B5B4-B41D888B5C47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307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8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A0C396B-5F7A-4C06-B967-080D64486B5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59" r:id="rId1"/>
    <p:sldLayoutId id="2147486060" r:id="rId2"/>
    <p:sldLayoutId id="2147486061" r:id="rId3"/>
    <p:sldLayoutId id="2147486062" r:id="rId4"/>
    <p:sldLayoutId id="2147486063" r:id="rId5"/>
    <p:sldLayoutId id="2147486064" r:id="rId6"/>
    <p:sldLayoutId id="2147486065" r:id="rId7"/>
    <p:sldLayoutId id="2147486066" r:id="rId8"/>
    <p:sldLayoutId id="2147486067" r:id="rId9"/>
    <p:sldLayoutId id="2147486068" r:id="rId10"/>
    <p:sldLayoutId id="2147486069" r:id="rId11"/>
  </p:sldLayoutIdLst>
  <p:transition spd="slow">
    <p:wipe/>
  </p:transition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4099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410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6D8416B0-C013-4923-BCD3-D3A39D80B2FD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410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0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4E8A998-5C54-48D7-B0B0-3E086C3744E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70" r:id="rId1"/>
    <p:sldLayoutId id="2147486071" r:id="rId2"/>
    <p:sldLayoutId id="2147486072" r:id="rId3"/>
    <p:sldLayoutId id="2147486073" r:id="rId4"/>
    <p:sldLayoutId id="2147486074" r:id="rId5"/>
    <p:sldLayoutId id="2147486075" r:id="rId6"/>
    <p:sldLayoutId id="2147486076" r:id="rId7"/>
    <p:sldLayoutId id="2147486077" r:id="rId8"/>
    <p:sldLayoutId id="2147486078" r:id="rId9"/>
    <p:sldLayoutId id="2147486079" r:id="rId10"/>
    <p:sldLayoutId id="2147486080" r:id="rId11"/>
  </p:sldLayoutIdLst>
  <p:transition spd="slow">
    <p:wipe/>
  </p:transition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5123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512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9D447EA4-0F89-4229-9C6B-48484384245F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512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70E0295-0F8B-40FA-BA63-F177411015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81" r:id="rId1"/>
    <p:sldLayoutId id="2147486082" r:id="rId2"/>
    <p:sldLayoutId id="2147486083" r:id="rId3"/>
    <p:sldLayoutId id="2147486084" r:id="rId4"/>
    <p:sldLayoutId id="2147486085" r:id="rId5"/>
    <p:sldLayoutId id="2147486086" r:id="rId6"/>
    <p:sldLayoutId id="2147486087" r:id="rId7"/>
    <p:sldLayoutId id="2147486088" r:id="rId8"/>
    <p:sldLayoutId id="2147486089" r:id="rId9"/>
    <p:sldLayoutId id="2147486090" r:id="rId10"/>
    <p:sldLayoutId id="2147486091" r:id="rId11"/>
  </p:sldLayoutIdLst>
  <p:transition spd="slow">
    <p:wipe/>
  </p:transition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614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6148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23130171-983D-461E-A3A1-E798668F227D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6149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0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AE0F6FC-A406-462E-A016-B105A4052A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92" r:id="rId1"/>
    <p:sldLayoutId id="2147486093" r:id="rId2"/>
    <p:sldLayoutId id="2147486094" r:id="rId3"/>
    <p:sldLayoutId id="2147486095" r:id="rId4"/>
    <p:sldLayoutId id="2147486096" r:id="rId5"/>
    <p:sldLayoutId id="2147486097" r:id="rId6"/>
    <p:sldLayoutId id="2147486098" r:id="rId7"/>
    <p:sldLayoutId id="2147486099" r:id="rId8"/>
    <p:sldLayoutId id="2147486100" r:id="rId9"/>
    <p:sldLayoutId id="2147486101" r:id="rId10"/>
    <p:sldLayoutId id="2147486102" r:id="rId11"/>
  </p:sldLayoutIdLst>
  <p:transition spd="slow">
    <p:wipe/>
  </p:transition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717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7172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F183C5C0-D32C-402B-84B3-F447E02A70F9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7173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灯片编号占位符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FD14B0E-E307-4BF2-8517-F4E6FE0B404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03" r:id="rId1"/>
    <p:sldLayoutId id="2147486104" r:id="rId2"/>
    <p:sldLayoutId id="2147486105" r:id="rId3"/>
    <p:sldLayoutId id="2147486106" r:id="rId4"/>
    <p:sldLayoutId id="2147486107" r:id="rId5"/>
    <p:sldLayoutId id="2147486108" r:id="rId6"/>
    <p:sldLayoutId id="2147486109" r:id="rId7"/>
    <p:sldLayoutId id="2147486110" r:id="rId8"/>
    <p:sldLayoutId id="2147486111" r:id="rId9"/>
    <p:sldLayoutId id="2147486112" r:id="rId10"/>
    <p:sldLayoutId id="2147486113" r:id="rId11"/>
  </p:sldLayoutIdLst>
  <p:transition spd="slow">
    <p:wipe/>
  </p:transition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8195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8196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D02D4D31-1B34-4933-BBEA-55599D76B486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8197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C3772E0-2F31-4D3C-A72F-068E10B860E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14" r:id="rId1"/>
    <p:sldLayoutId id="2147486115" r:id="rId2"/>
    <p:sldLayoutId id="2147486116" r:id="rId3"/>
    <p:sldLayoutId id="2147486117" r:id="rId4"/>
    <p:sldLayoutId id="2147486118" r:id="rId5"/>
    <p:sldLayoutId id="2147486119" r:id="rId6"/>
    <p:sldLayoutId id="2147486120" r:id="rId7"/>
    <p:sldLayoutId id="2147486121" r:id="rId8"/>
    <p:sldLayoutId id="2147486122" r:id="rId9"/>
    <p:sldLayoutId id="2147486123" r:id="rId10"/>
    <p:sldLayoutId id="2147486124" r:id="rId11"/>
  </p:sldLayoutIdLst>
  <p:transition spd="slow">
    <p:wipe/>
  </p:transition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9219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9220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73CC6DE2-85AD-49E1-985F-750B8366FE19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9221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22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527B2B3-34B1-4693-A955-A0E0B718342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25" r:id="rId1"/>
    <p:sldLayoutId id="2147486126" r:id="rId2"/>
    <p:sldLayoutId id="2147486127" r:id="rId3"/>
    <p:sldLayoutId id="2147486128" r:id="rId4"/>
    <p:sldLayoutId id="2147486129" r:id="rId5"/>
    <p:sldLayoutId id="2147486130" r:id="rId6"/>
    <p:sldLayoutId id="2147486131" r:id="rId7"/>
    <p:sldLayoutId id="2147486132" r:id="rId8"/>
    <p:sldLayoutId id="2147486133" r:id="rId9"/>
    <p:sldLayoutId id="2147486134" r:id="rId10"/>
    <p:sldLayoutId id="2147486135" r:id="rId11"/>
  </p:sldLayoutIdLst>
  <p:transition spd="slow">
    <p:wipe/>
  </p:transition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10243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0244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CA332CEA-2010-44F2-BD74-BEE234E42F88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10245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46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EDBC911-E9D4-4981-95F8-4E37A6BF6CD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36" r:id="rId1"/>
    <p:sldLayoutId id="2147486137" r:id="rId2"/>
    <p:sldLayoutId id="2147486138" r:id="rId3"/>
    <p:sldLayoutId id="2147486139" r:id="rId4"/>
    <p:sldLayoutId id="2147486140" r:id="rId5"/>
    <p:sldLayoutId id="2147486141" r:id="rId6"/>
    <p:sldLayoutId id="2147486142" r:id="rId7"/>
    <p:sldLayoutId id="2147486143" r:id="rId8"/>
    <p:sldLayoutId id="2147486144" r:id="rId9"/>
    <p:sldLayoutId id="2147486145" r:id="rId10"/>
    <p:sldLayoutId id="2147486146" r:id="rId11"/>
  </p:sldLayoutIdLst>
  <p:transition spd="slow">
    <p:wipe/>
  </p:transition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1126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1268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2BD8545-CEDF-4991-AAD5-4846790680BC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11269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270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EB65116-6E08-48EE-B15B-D368ADDF47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47" r:id="rId1"/>
    <p:sldLayoutId id="2147486148" r:id="rId2"/>
    <p:sldLayoutId id="2147486149" r:id="rId3"/>
    <p:sldLayoutId id="2147486150" r:id="rId4"/>
    <p:sldLayoutId id="2147486151" r:id="rId5"/>
    <p:sldLayoutId id="2147486152" r:id="rId6"/>
    <p:sldLayoutId id="2147486153" r:id="rId7"/>
    <p:sldLayoutId id="2147486154" r:id="rId8"/>
    <p:sldLayoutId id="2147486155" r:id="rId9"/>
    <p:sldLayoutId id="2147486156" r:id="rId10"/>
    <p:sldLayoutId id="2147486157" r:id="rId11"/>
  </p:sldLayoutIdLst>
  <p:transition spd="slow">
    <p:wipe/>
  </p:transition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1229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229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6D75485-5B9C-42F0-A3D3-C8B427E83EDD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1229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906F3D-556D-429E-B291-0CF5A2AE8E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58" r:id="rId1"/>
    <p:sldLayoutId id="2147486159" r:id="rId2"/>
    <p:sldLayoutId id="2147486160" r:id="rId3"/>
    <p:sldLayoutId id="2147486161" r:id="rId4"/>
    <p:sldLayoutId id="2147486162" r:id="rId5"/>
    <p:sldLayoutId id="2147486163" r:id="rId6"/>
    <p:sldLayoutId id="2147486164" r:id="rId7"/>
    <p:sldLayoutId id="2147486165" r:id="rId8"/>
    <p:sldLayoutId id="2147486166" r:id="rId9"/>
    <p:sldLayoutId id="2147486167" r:id="rId10"/>
    <p:sldLayoutId id="2147486168" r:id="rId11"/>
  </p:sldLayoutIdLst>
  <p:transition spd="slow">
    <p:wipe/>
  </p:transition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13315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3316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B6C04B8A-0BC3-4D68-AA68-3E3AC795FB84}" type="datetime1">
              <a:rPr lang="zh-CN" altLang="en-US"/>
              <a:pPr>
                <a:defRPr/>
              </a:pPr>
              <a:t>2019/1/24</a:t>
            </a:fld>
            <a:endParaRPr lang="zh-CN" altLang="en-US"/>
          </a:p>
        </p:txBody>
      </p:sp>
      <p:sp>
        <p:nvSpPr>
          <p:cNvPr id="1331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8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7E1F028-67DD-41AD-BA62-989B0BEFA68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69" r:id="rId1"/>
    <p:sldLayoutId id="2147486170" r:id="rId2"/>
    <p:sldLayoutId id="2147486171" r:id="rId3"/>
    <p:sldLayoutId id="2147486172" r:id="rId4"/>
    <p:sldLayoutId id="2147486173" r:id="rId5"/>
    <p:sldLayoutId id="2147486174" r:id="rId6"/>
    <p:sldLayoutId id="2147486175" r:id="rId7"/>
    <p:sldLayoutId id="2147486176" r:id="rId8"/>
    <p:sldLayoutId id="2147486177" r:id="rId9"/>
    <p:sldLayoutId id="2147486178" r:id="rId10"/>
    <p:sldLayoutId id="2147486179" r:id="rId11"/>
  </p:sldLayoutIdLst>
  <p:transition spd="slow">
    <p:wipe/>
  </p:transition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13716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chart" Target="../charts/char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71C6216-1741-478E-AD44-BA78A53BE014}"/>
              </a:ext>
            </a:extLst>
          </p:cNvPr>
          <p:cNvSpPr/>
          <p:nvPr/>
        </p:nvSpPr>
        <p:spPr>
          <a:xfrm>
            <a:off x="1764" y="2831970"/>
            <a:ext cx="12194822" cy="24325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1">
              <a:solidFill>
                <a:srgbClr val="002060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07EC1DF-E72A-4047-837E-B7BFB553E04C}"/>
              </a:ext>
            </a:extLst>
          </p:cNvPr>
          <p:cNvGrpSpPr/>
          <p:nvPr/>
        </p:nvGrpSpPr>
        <p:grpSpPr>
          <a:xfrm>
            <a:off x="8528168" y="654452"/>
            <a:ext cx="2494481" cy="249448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6" name="同心圆 597">
              <a:extLst>
                <a:ext uri="{FF2B5EF4-FFF2-40B4-BE49-F238E27FC236}">
                  <a16:creationId xmlns:a16="http://schemas.microsoft.com/office/drawing/2014/main" id="{DAA67CB4-81DC-4D30-BB5D-F2FDDA6295B3}"/>
                </a:ext>
              </a:extLst>
            </p:cNvPr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3F64110-CFA5-42BB-BBFA-AE74E14107EE}"/>
                </a:ext>
              </a:extLst>
            </p:cNvPr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1"/>
            </a:p>
          </p:txBody>
        </p: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59A676D0-87DE-4435-94BF-D3F19F18D98A}"/>
              </a:ext>
            </a:extLst>
          </p:cNvPr>
          <p:cNvSpPr/>
          <p:nvPr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1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85FCD13-F028-4874-8E60-E8231A2449C6}"/>
              </a:ext>
            </a:extLst>
          </p:cNvPr>
          <p:cNvSpPr/>
          <p:nvPr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rgbClr val="EBD323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1">
              <a:solidFill>
                <a:srgbClr val="EBD323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2FF1D3D-3090-4530-AB01-B1CD130D2064}"/>
              </a:ext>
            </a:extLst>
          </p:cNvPr>
          <p:cNvGrpSpPr/>
          <p:nvPr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1" name="同心圆 602">
              <a:extLst>
                <a:ext uri="{FF2B5EF4-FFF2-40B4-BE49-F238E27FC236}">
                  <a16:creationId xmlns:a16="http://schemas.microsoft.com/office/drawing/2014/main" id="{D2A7F720-8A3C-48A5-BE4F-F1EE5F2EA205}"/>
                </a:ext>
              </a:extLst>
            </p:cNvPr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53934DEF-088B-4FD9-9D22-7B0FE9D73AA2}"/>
                </a:ext>
              </a:extLst>
            </p:cNvPr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1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A731615-0E20-49BA-9217-8F502CF74AE1}"/>
              </a:ext>
            </a:extLst>
          </p:cNvPr>
          <p:cNvGrpSpPr/>
          <p:nvPr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4" name="同心圆 605">
              <a:extLst>
                <a:ext uri="{FF2B5EF4-FFF2-40B4-BE49-F238E27FC236}">
                  <a16:creationId xmlns:a16="http://schemas.microsoft.com/office/drawing/2014/main" id="{4A169FF1-D6FD-4813-88A8-476F4E7F408E}"/>
                </a:ext>
              </a:extLst>
            </p:cNvPr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03F42C5-2B69-4A66-81F7-79E7712619F5}"/>
                </a:ext>
              </a:extLst>
            </p:cNvPr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1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1D9B02E-190A-4CA8-B9E8-05DE8992D36E}"/>
              </a:ext>
            </a:extLst>
          </p:cNvPr>
          <p:cNvGrpSpPr/>
          <p:nvPr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7" name="同心圆 611">
              <a:extLst>
                <a:ext uri="{FF2B5EF4-FFF2-40B4-BE49-F238E27FC236}">
                  <a16:creationId xmlns:a16="http://schemas.microsoft.com/office/drawing/2014/main" id="{112FAA11-E2CB-49E2-A043-454F9A08FD9E}"/>
                </a:ext>
              </a:extLst>
            </p:cNvPr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DA67E0B6-F1D4-478C-9EF8-501C0BCDECC7}"/>
                </a:ext>
              </a:extLst>
            </p:cNvPr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1"/>
            </a:p>
          </p:txBody>
        </p:sp>
      </p:grpSp>
      <p:sp>
        <p:nvSpPr>
          <p:cNvPr id="19" name="椭圆 18">
            <a:extLst>
              <a:ext uri="{FF2B5EF4-FFF2-40B4-BE49-F238E27FC236}">
                <a16:creationId xmlns:a16="http://schemas.microsoft.com/office/drawing/2014/main" id="{B70E958D-BA3C-4E2F-AB8F-7CD5B740EC4C}"/>
              </a:ext>
            </a:extLst>
          </p:cNvPr>
          <p:cNvSpPr/>
          <p:nvPr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rgbClr val="EBD323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1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61B01F5-6FBF-4FDB-96A6-E566134A633D}"/>
              </a:ext>
            </a:extLst>
          </p:cNvPr>
          <p:cNvSpPr/>
          <p:nvPr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1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6A82702-BA20-4CC9-93A6-84B72B1FA6F9}"/>
              </a:ext>
            </a:extLst>
          </p:cNvPr>
          <p:cNvGrpSpPr/>
          <p:nvPr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2" name="同心圆 616">
              <a:extLst>
                <a:ext uri="{FF2B5EF4-FFF2-40B4-BE49-F238E27FC236}">
                  <a16:creationId xmlns:a16="http://schemas.microsoft.com/office/drawing/2014/main" id="{944440F0-B864-40A6-A2FB-C3B75FA49B19}"/>
                </a:ext>
              </a:extLst>
            </p:cNvPr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0E9FB89F-9A5F-4A5C-851F-D86F37A460DC}"/>
                </a:ext>
              </a:extLst>
            </p:cNvPr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1"/>
            </a:p>
          </p:txBody>
        </p:sp>
      </p:grpSp>
      <p:sp>
        <p:nvSpPr>
          <p:cNvPr id="24" name="TextBox 7">
            <a:extLst>
              <a:ext uri="{FF2B5EF4-FFF2-40B4-BE49-F238E27FC236}">
                <a16:creationId xmlns:a16="http://schemas.microsoft.com/office/drawing/2014/main" id="{07DFD241-110F-4631-A1B1-A565F301B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36" y="3410492"/>
            <a:ext cx="8820447" cy="872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19444"/>
            <a:r>
              <a:rPr lang="zh-CN" altLang="en-US" sz="5068" b="1" dirty="0">
                <a:solidFill>
                  <a:srgbClr val="EBD3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公共技术研发能力介绍</a:t>
            </a:r>
            <a:endParaRPr lang="zh-CN" altLang="en-US" sz="5068" dirty="0">
              <a:solidFill>
                <a:srgbClr val="EBD32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itchFamily="34" charset="-122"/>
            </a:endParaRP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DDDC7CC1-1ECD-483D-8AC1-F3F92D00D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297" y="4419728"/>
            <a:ext cx="5954039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19444"/>
            <a:r>
              <a:rPr lang="zh-CN" altLang="en-US" sz="1867" dirty="0">
                <a:solidFill>
                  <a:srgbClr val="EBD3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广州华资软件技术有限公司    公共技术研发中心  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451088B-9AE2-4959-8621-7CBD7C208763}"/>
              </a:ext>
            </a:extLst>
          </p:cNvPr>
          <p:cNvCxnSpPr/>
          <p:nvPr/>
        </p:nvCxnSpPr>
        <p:spPr>
          <a:xfrm>
            <a:off x="996129" y="4332704"/>
            <a:ext cx="7264652" cy="0"/>
          </a:xfrm>
          <a:prstGeom prst="line">
            <a:avLst/>
          </a:prstGeom>
          <a:ln w="63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4034AAF-213F-4EF3-A893-60FB77FE974E}"/>
              </a:ext>
            </a:extLst>
          </p:cNvPr>
          <p:cNvGrpSpPr/>
          <p:nvPr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8" name="同心圆 608">
              <a:extLst>
                <a:ext uri="{FF2B5EF4-FFF2-40B4-BE49-F238E27FC236}">
                  <a16:creationId xmlns:a16="http://schemas.microsoft.com/office/drawing/2014/main" id="{07310E12-D68D-4805-813E-2D879B37316C}"/>
                </a:ext>
              </a:extLst>
            </p:cNvPr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0BAEBD82-FAA4-4A47-9404-E1C49011F762}"/>
                </a:ext>
              </a:extLst>
            </p:cNvPr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1"/>
            </a:p>
          </p:txBody>
        </p:sp>
      </p:grpSp>
      <p:sp>
        <p:nvSpPr>
          <p:cNvPr id="30" name="TextBox 213">
            <a:extLst>
              <a:ext uri="{FF2B5EF4-FFF2-40B4-BE49-F238E27FC236}">
                <a16:creationId xmlns:a16="http://schemas.microsoft.com/office/drawing/2014/main" id="{2B7A1692-BD63-4433-8EFD-BE62D4AED901}"/>
              </a:ext>
            </a:extLst>
          </p:cNvPr>
          <p:cNvSpPr txBox="1"/>
          <p:nvPr/>
        </p:nvSpPr>
        <p:spPr>
          <a:xfrm>
            <a:off x="8687263" y="1271933"/>
            <a:ext cx="2196435" cy="1323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2" dirty="0">
                <a:solidFill>
                  <a:srgbClr val="00206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Impact" panose="020B0806030902050204" pitchFamily="34" charset="0"/>
                <a:ea typeface="微软雅黑" panose="020B0503020204020204" pitchFamily="34" charset="-122"/>
              </a:rPr>
              <a:t>2019</a:t>
            </a:r>
            <a:endParaRPr lang="zh-CN" altLang="en-US" sz="8002" dirty="0">
              <a:solidFill>
                <a:srgbClr val="002060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57753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4.72222E-6 -4.68026E-6 L 0.38872 0.84338 " pathEditMode="relative" rAng="0" ptsTypes="AA">
                                      <p:cBhvr>
                                        <p:cTn id="19" dur="1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6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8" dur="10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7" dur="10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6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55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64" dur="10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73" dur="10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82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91" dur="10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100" dur="1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800"/>
                            </p:stCondLst>
                            <p:childTnLst>
                              <p:par>
                                <p:cTn id="10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300"/>
                            </p:stCondLst>
                            <p:childTnLst>
                              <p:par>
                                <p:cTn id="10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800"/>
                            </p:stCondLst>
                            <p:childTnLst>
                              <p:par>
                                <p:cTn id="1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700"/>
                            </p:stCondLst>
                            <p:childTnLst>
                              <p:par>
                                <p:cTn id="117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8" grpId="1" animBg="1"/>
      <p:bldP spid="8" grpId="2" animBg="1"/>
      <p:bldP spid="9" grpId="0" animBg="1"/>
      <p:bldP spid="9" grpId="1" animBg="1"/>
      <p:bldP spid="9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4" grpId="0"/>
      <p:bldP spid="25" grpId="0"/>
      <p:bldP spid="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E09A276-7FCC-4F4F-9721-C2ECDE529F50}"/>
              </a:ext>
            </a:extLst>
          </p:cNvPr>
          <p:cNvSpPr/>
          <p:nvPr/>
        </p:nvSpPr>
        <p:spPr bwMode="auto">
          <a:xfrm>
            <a:off x="-24146" y="4653561"/>
            <a:ext cx="12216145" cy="2204438"/>
          </a:xfrm>
          <a:prstGeom prst="rect">
            <a:avLst/>
          </a:prstGeom>
          <a:solidFill>
            <a:schemeClr val="bg1">
              <a:alpha val="8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71439" y="4728713"/>
            <a:ext cx="4280474" cy="2044262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C0504D"/>
                </a:solidFill>
              </a:rPr>
              <a:t>让数据产生价值</a:t>
            </a:r>
            <a:endParaRPr lang="en-US" altLang="zh-CN" sz="2000" dirty="0">
              <a:solidFill>
                <a:srgbClr val="C0504D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-</a:t>
            </a:r>
            <a:r>
              <a:rPr lang="zh-CN" altLang="en-US" sz="1600" b="0" dirty="0">
                <a:solidFill>
                  <a:schemeClr val="tx2">
                    <a:lumMod val="75000"/>
                  </a:schemeClr>
                </a:solidFill>
              </a:rPr>
              <a:t>数据集成平台 </a:t>
            </a: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SDI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-</a:t>
            </a:r>
            <a:r>
              <a:rPr lang="zh-CN" altLang="en-US" sz="1600" b="0" dirty="0">
                <a:solidFill>
                  <a:schemeClr val="tx2">
                    <a:lumMod val="75000"/>
                  </a:schemeClr>
                </a:solidFill>
              </a:rPr>
              <a:t>智能检索平台 </a:t>
            </a: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Sonar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-</a:t>
            </a:r>
            <a:r>
              <a:rPr lang="zh-CN" altLang="en-US" sz="1600" b="0" dirty="0">
                <a:solidFill>
                  <a:schemeClr val="tx2">
                    <a:lumMod val="75000"/>
                  </a:schemeClr>
                </a:solidFill>
              </a:rPr>
              <a:t>数据治理平台 </a:t>
            </a: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SDG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-</a:t>
            </a:r>
            <a:r>
              <a:rPr lang="zh-CN" altLang="en-US" sz="1600" b="0" dirty="0">
                <a:solidFill>
                  <a:schemeClr val="tx2">
                    <a:lumMod val="75000"/>
                  </a:schemeClr>
                </a:solidFill>
              </a:rPr>
              <a:t>华资</a:t>
            </a: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AI</a:t>
            </a:r>
            <a:r>
              <a:rPr lang="zh-CN" altLang="en-US" sz="1600" b="0" dirty="0">
                <a:solidFill>
                  <a:schemeClr val="tx2">
                    <a:lumMod val="75000"/>
                  </a:schemeClr>
                </a:solidFill>
              </a:rPr>
              <a:t>实验室 </a:t>
            </a: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SAIL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-</a:t>
            </a:r>
            <a:r>
              <a:rPr lang="zh-CN" altLang="en-US" sz="1600" b="0" dirty="0">
                <a:solidFill>
                  <a:schemeClr val="tx2">
                    <a:lumMod val="75000"/>
                  </a:schemeClr>
                </a:solidFill>
              </a:rPr>
              <a:t>服务总线平台 </a:t>
            </a: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SinoESB</a:t>
            </a:r>
          </a:p>
          <a:p>
            <a:pPr marL="0" indent="0">
              <a:buNone/>
            </a:pPr>
            <a:endParaRPr lang="zh-CN" altLang="en-US" sz="1800" b="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68775" y="4728713"/>
            <a:ext cx="4333914" cy="20442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C0504D"/>
                </a:solidFill>
              </a:rPr>
              <a:t>让软件开发轻松</a:t>
            </a:r>
            <a:endParaRPr lang="en-US" altLang="zh-CN" sz="2000" dirty="0">
              <a:solidFill>
                <a:srgbClr val="C0504D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- </a:t>
            </a:r>
            <a:r>
              <a:rPr lang="zh-CN" altLang="en-US" sz="1600" b="0" dirty="0">
                <a:solidFill>
                  <a:schemeClr val="tx2">
                    <a:lumMod val="75000"/>
                  </a:schemeClr>
                </a:solidFill>
              </a:rPr>
              <a:t>赛姬应用开发框架 </a:t>
            </a: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SinoGear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- </a:t>
            </a:r>
            <a:r>
              <a:rPr lang="zh-CN" altLang="en-US" sz="1600" b="0" dirty="0">
                <a:solidFill>
                  <a:schemeClr val="tx2">
                    <a:lumMod val="75000"/>
                  </a:schemeClr>
                </a:solidFill>
              </a:rPr>
              <a:t>阔鱼移动开发框架 </a:t>
            </a: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Kuoyu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- </a:t>
            </a:r>
            <a:r>
              <a:rPr lang="zh-CN" altLang="en-US" sz="1600" b="0" dirty="0">
                <a:solidFill>
                  <a:schemeClr val="tx2">
                    <a:lumMod val="75000"/>
                  </a:schemeClr>
                </a:solidFill>
              </a:rPr>
              <a:t>自动发布平台 </a:t>
            </a: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SinoOps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- </a:t>
            </a:r>
            <a:r>
              <a:rPr lang="zh-CN" altLang="en-US" sz="1600" b="0" dirty="0">
                <a:solidFill>
                  <a:schemeClr val="tx2">
                    <a:lumMod val="75000"/>
                  </a:schemeClr>
                </a:solidFill>
              </a:rPr>
              <a:t>统一消息中心 </a:t>
            </a: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SinoMsg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- </a:t>
            </a:r>
            <a:r>
              <a:rPr lang="zh-CN" altLang="en-US" sz="1600" b="0" dirty="0">
                <a:solidFill>
                  <a:schemeClr val="tx2">
                    <a:lumMod val="75000"/>
                  </a:schemeClr>
                </a:solidFill>
              </a:rPr>
              <a:t>统一认证平台 </a:t>
            </a:r>
            <a:r>
              <a:rPr lang="en-US" altLang="zh-CN" sz="1600" b="0" dirty="0">
                <a:solidFill>
                  <a:schemeClr val="tx2">
                    <a:lumMod val="75000"/>
                  </a:schemeClr>
                </a:solidFill>
              </a:rPr>
              <a:t>SinoAuth</a:t>
            </a:r>
            <a:endParaRPr lang="zh-CN" altLang="en-US" sz="1600" b="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032531" y="4733649"/>
            <a:ext cx="3167696" cy="2098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000" b="1" dirty="0">
                <a:solidFill>
                  <a:srgbClr val="C0504D"/>
                </a:solidFill>
                <a:latin typeface="+mn-lt"/>
                <a:ea typeface="+mn-ea"/>
                <a:sym typeface="Calibri" panose="020F0502020204030204" pitchFamily="34" charset="0"/>
              </a:rPr>
              <a:t>公共服务</a:t>
            </a:r>
            <a:endParaRPr lang="en-US" altLang="zh-CN" sz="2000" b="1" dirty="0">
              <a:solidFill>
                <a:srgbClr val="C0504D"/>
              </a:solidFill>
              <a:latin typeface="+mn-lt"/>
              <a:ea typeface="+mn-ea"/>
              <a:sym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sym typeface="Calibri" panose="020F0502020204030204" pitchFamily="34" charset="0"/>
              </a:rPr>
              <a:t>- </a:t>
            </a:r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sym typeface="Calibri" panose="020F0502020204030204" pitchFamily="34" charset="0"/>
              </a:rPr>
              <a:t>公司信息化</a:t>
            </a:r>
            <a:endParaRPr lang="en-US" altLang="zh-CN" sz="1600" dirty="0">
              <a:solidFill>
                <a:schemeClr val="tx2">
                  <a:lumMod val="75000"/>
                </a:schemeClr>
              </a:solidFill>
              <a:latin typeface="+mn-lt"/>
              <a:ea typeface="+mn-ea"/>
              <a:sym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sym typeface="Calibri" panose="020F0502020204030204" pitchFamily="34" charset="0"/>
              </a:rPr>
              <a:t>- UI</a:t>
            </a:r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sym typeface="Calibri" panose="020F0502020204030204" pitchFamily="34" charset="0"/>
              </a:rPr>
              <a:t>设计服务</a:t>
            </a:r>
            <a:endParaRPr lang="en-US" altLang="zh-CN" sz="1600" dirty="0">
              <a:solidFill>
                <a:schemeClr val="tx2">
                  <a:lumMod val="75000"/>
                </a:schemeClr>
              </a:solidFill>
              <a:latin typeface="+mn-lt"/>
              <a:ea typeface="+mn-ea"/>
              <a:sym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sym typeface="Calibri" panose="020F0502020204030204" pitchFamily="34" charset="0"/>
              </a:rPr>
              <a:t>- </a:t>
            </a:r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sym typeface="Calibri" panose="020F0502020204030204" pitchFamily="34" charset="0"/>
              </a:rPr>
              <a:t>华资浏览器</a:t>
            </a:r>
            <a:endParaRPr lang="en-US" altLang="zh-CN" sz="1600" dirty="0">
              <a:solidFill>
                <a:schemeClr val="tx2">
                  <a:lumMod val="75000"/>
                </a:schemeClr>
              </a:solidFill>
              <a:latin typeface="+mn-lt"/>
              <a:ea typeface="+mn-ea"/>
              <a:sym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sym typeface="Calibri" panose="020F0502020204030204" pitchFamily="34" charset="0"/>
              </a:rPr>
              <a:t>-</a:t>
            </a:r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sym typeface="Calibri" panose="020F0502020204030204" pitchFamily="34" charset="0"/>
              </a:rPr>
              <a:t> </a:t>
            </a: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sym typeface="Calibri" panose="020F0502020204030204" pitchFamily="34" charset="0"/>
              </a:rPr>
              <a:t>QC</a:t>
            </a:r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sym typeface="Calibri" panose="020F0502020204030204" pitchFamily="34" charset="0"/>
              </a:rPr>
              <a:t>测试服务</a:t>
            </a:r>
            <a:endParaRPr lang="en-US" altLang="zh-CN" sz="1600" dirty="0">
              <a:solidFill>
                <a:schemeClr val="tx2">
                  <a:lumMod val="75000"/>
                </a:schemeClr>
              </a:solidFill>
              <a:latin typeface="+mn-lt"/>
              <a:ea typeface="+mn-ea"/>
              <a:sym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en-US" altLang="zh-CN" sz="1600" dirty="0">
              <a:solidFill>
                <a:schemeClr val="tx2">
                  <a:lumMod val="75000"/>
                </a:schemeClr>
              </a:solidFill>
              <a:latin typeface="+mn-lt"/>
              <a:ea typeface="+mn-ea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15670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AA94E305-6B52-4755-B4D1-7538A2EC8D62}"/>
              </a:ext>
            </a:extLst>
          </p:cNvPr>
          <p:cNvSpPr/>
          <p:nvPr/>
        </p:nvSpPr>
        <p:spPr>
          <a:xfrm>
            <a:off x="598138" y="3687340"/>
            <a:ext cx="3651770" cy="2276845"/>
          </a:xfrm>
          <a:prstGeom prst="rect">
            <a:avLst/>
          </a:pr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503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CAFBA4F-8D8F-4A1D-95F4-008A864FAA4D}"/>
              </a:ext>
            </a:extLst>
          </p:cNvPr>
          <p:cNvSpPr/>
          <p:nvPr/>
        </p:nvSpPr>
        <p:spPr>
          <a:xfrm>
            <a:off x="4244375" y="1412076"/>
            <a:ext cx="3651770" cy="2276845"/>
          </a:xfrm>
          <a:prstGeom prst="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503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1A297C9-596C-44C3-B3AC-B2F5441A9200}"/>
              </a:ext>
            </a:extLst>
          </p:cNvPr>
          <p:cNvSpPr/>
          <p:nvPr/>
        </p:nvSpPr>
        <p:spPr>
          <a:xfrm>
            <a:off x="7901678" y="3687341"/>
            <a:ext cx="3651770" cy="2276845"/>
          </a:xfrm>
          <a:prstGeom prst="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503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10CFFA5-48E6-4456-91A1-3E97B5A73101}"/>
              </a:ext>
            </a:extLst>
          </p:cNvPr>
          <p:cNvGrpSpPr/>
          <p:nvPr/>
        </p:nvGrpSpPr>
        <p:grpSpPr>
          <a:xfrm>
            <a:off x="598138" y="1410497"/>
            <a:ext cx="3651770" cy="2276847"/>
            <a:chOff x="396552" y="1275606"/>
            <a:chExt cx="2771800" cy="1728192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C502CCE-B662-4FE6-9E27-3FFD2CBC4168}"/>
                </a:ext>
              </a:extLst>
            </p:cNvPr>
            <p:cNvSpPr/>
            <p:nvPr/>
          </p:nvSpPr>
          <p:spPr>
            <a:xfrm>
              <a:off x="396552" y="1275606"/>
              <a:ext cx="2771800" cy="172819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3"/>
            </a:p>
          </p:txBody>
        </p:sp>
        <p:sp>
          <p:nvSpPr>
            <p:cNvPr id="44" name="TextBox 32">
              <a:extLst>
                <a:ext uri="{FF2B5EF4-FFF2-40B4-BE49-F238E27FC236}">
                  <a16:creationId xmlns:a16="http://schemas.microsoft.com/office/drawing/2014/main" id="{36BBBED6-AC39-4616-BBB3-944788047E77}"/>
                </a:ext>
              </a:extLst>
            </p:cNvPr>
            <p:cNvSpPr txBox="1"/>
            <p:nvPr/>
          </p:nvSpPr>
          <p:spPr>
            <a:xfrm>
              <a:off x="427227" y="1299251"/>
              <a:ext cx="2573619" cy="362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503" dirty="0">
                  <a:solidFill>
                    <a:schemeClr val="bg1"/>
                  </a:solidFill>
                  <a:latin typeface="方正兰亭中黑_GBK" pitchFamily="2" charset="-122"/>
                  <a:ea typeface="方正兰亭中黑_GBK" pitchFamily="2" charset="-122"/>
                </a:rPr>
                <a:t>技术及大数据产品研发</a:t>
              </a:r>
            </a:p>
          </p:txBody>
        </p:sp>
        <p:sp>
          <p:nvSpPr>
            <p:cNvPr id="45" name="Rectangle 13" descr="FD1DDF730CE4456e89755B07FE1653D0# #Rectangle 13">
              <a:extLst>
                <a:ext uri="{FF2B5EF4-FFF2-40B4-BE49-F238E27FC236}">
                  <a16:creationId xmlns:a16="http://schemas.microsoft.com/office/drawing/2014/main" id="{D33C560D-339A-4734-8A4F-1D0F031EF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27" y="1658575"/>
              <a:ext cx="2573619" cy="777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大数据技术研发</a:t>
              </a:r>
              <a:endParaRPr lang="en-US" altLang="zh-CN" sz="1400" dirty="0">
                <a:solidFill>
                  <a:schemeClr val="bg1"/>
                </a:solidFill>
                <a:latin typeface="方正兰亭黑_GBK" pitchFamily="2" charset="-122"/>
                <a:ea typeface="方正兰亭黑_GBK" pitchFamily="2" charset="-122"/>
              </a:endParaRPr>
            </a:p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人工智能技术研发</a:t>
              </a:r>
              <a:endParaRPr lang="en-US" altLang="zh-CN" sz="1400" dirty="0">
                <a:solidFill>
                  <a:schemeClr val="bg1"/>
                </a:solidFill>
                <a:latin typeface="方正兰亭黑_GBK" pitchFamily="2" charset="-122"/>
                <a:ea typeface="方正兰亭黑_GBK" pitchFamily="2" charset="-122"/>
              </a:endParaRPr>
            </a:p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大数据产品研发（</a:t>
              </a:r>
              <a:r>
                <a:rPr lang="en-US" altLang="zh-CN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SDI</a:t>
              </a:r>
              <a:r>
                <a:rPr lang="zh-CN" altLang="en-US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、</a:t>
              </a:r>
              <a:r>
                <a:rPr lang="en-US" altLang="zh-CN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ESB…..</a:t>
              </a:r>
              <a:r>
                <a:rPr lang="zh-CN" altLang="en-US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）</a:t>
              </a:r>
              <a:endParaRPr lang="en-US" altLang="zh-CN" sz="1400" dirty="0">
                <a:solidFill>
                  <a:schemeClr val="bg1"/>
                </a:solidFill>
                <a:latin typeface="方正兰亭黑_GBK" pitchFamily="2" charset="-122"/>
                <a:ea typeface="方正兰亭黑_GBK" pitchFamily="2" charset="-122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347D0EF7-0348-4D72-B516-104CD40A7F71}"/>
              </a:ext>
            </a:extLst>
          </p:cNvPr>
          <p:cNvGrpSpPr/>
          <p:nvPr/>
        </p:nvGrpSpPr>
        <p:grpSpPr>
          <a:xfrm>
            <a:off x="4249908" y="3687342"/>
            <a:ext cx="3651770" cy="2276845"/>
            <a:chOff x="3168352" y="3003798"/>
            <a:chExt cx="2771800" cy="1728192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AE2D26CA-E556-47CE-B5A0-29EF3E992CA8}"/>
                </a:ext>
              </a:extLst>
            </p:cNvPr>
            <p:cNvSpPr/>
            <p:nvPr/>
          </p:nvSpPr>
          <p:spPr>
            <a:xfrm>
              <a:off x="3168352" y="3003798"/>
              <a:ext cx="2771800" cy="172819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3"/>
            </a:p>
          </p:txBody>
        </p:sp>
        <p:sp>
          <p:nvSpPr>
            <p:cNvPr id="51" name="TextBox 36">
              <a:extLst>
                <a:ext uri="{FF2B5EF4-FFF2-40B4-BE49-F238E27FC236}">
                  <a16:creationId xmlns:a16="http://schemas.microsoft.com/office/drawing/2014/main" id="{C0CA2AF4-00C9-4ADD-B91D-B9DB974D9EC3}"/>
                </a:ext>
              </a:extLst>
            </p:cNvPr>
            <p:cNvSpPr txBox="1"/>
            <p:nvPr/>
          </p:nvSpPr>
          <p:spPr>
            <a:xfrm>
              <a:off x="3282780" y="3037403"/>
              <a:ext cx="2330273" cy="362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503" dirty="0">
                  <a:solidFill>
                    <a:schemeClr val="bg1"/>
                  </a:solidFill>
                  <a:latin typeface="方正兰亭中黑_GBK" pitchFamily="2" charset="-122"/>
                  <a:ea typeface="方正兰亭中黑_GBK" pitchFamily="2" charset="-122"/>
                </a:rPr>
                <a:t>框架及基础产品研发</a:t>
              </a:r>
            </a:p>
          </p:txBody>
        </p:sp>
        <p:sp>
          <p:nvSpPr>
            <p:cNvPr id="52" name="Rectangle 13" descr="FD1DDF730CE4456e89755B07FE1653D0# #Rectangle 13">
              <a:extLst>
                <a:ext uri="{FF2B5EF4-FFF2-40B4-BE49-F238E27FC236}">
                  <a16:creationId xmlns:a16="http://schemas.microsoft.com/office/drawing/2014/main" id="{42C1A2FC-0453-46BA-82F1-284E80A5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641" y="3400748"/>
              <a:ext cx="2132950" cy="8996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移动框架研发</a:t>
              </a:r>
              <a:endParaRPr lang="en-US" altLang="zh-CN" sz="1400" dirty="0">
                <a:solidFill>
                  <a:schemeClr val="bg1"/>
                </a:solidFill>
                <a:latin typeface="方正兰亭黑_GBK" pitchFamily="2" charset="-122"/>
                <a:ea typeface="方正兰亭黑_GBK" pitchFamily="2" charset="-122"/>
              </a:endParaRPr>
            </a:p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PC</a:t>
              </a:r>
              <a:r>
                <a:rPr lang="zh-CN" altLang="en-US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框架研发</a:t>
              </a:r>
              <a:endParaRPr lang="en-US" altLang="zh-CN" sz="1400" dirty="0">
                <a:solidFill>
                  <a:schemeClr val="bg1"/>
                </a:solidFill>
                <a:latin typeface="方正兰亭黑_GBK" pitchFamily="2" charset="-122"/>
                <a:ea typeface="方正兰亭黑_GBK" pitchFamily="2" charset="-122"/>
              </a:endParaRPr>
            </a:p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公共软件模块研发</a:t>
              </a:r>
              <a:endParaRPr lang="en-US" altLang="zh-CN" sz="1400" dirty="0">
                <a:solidFill>
                  <a:schemeClr val="bg1"/>
                </a:solidFill>
                <a:latin typeface="方正兰亭黑_GBK" pitchFamily="2" charset="-122"/>
                <a:ea typeface="方正兰亭黑_GBK" pitchFamily="2" charset="-122"/>
              </a:endParaRPr>
            </a:p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事业部历史框架维护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7E912466-1CAE-4FB2-9C1A-12FEDBE0D392}"/>
              </a:ext>
            </a:extLst>
          </p:cNvPr>
          <p:cNvGrpSpPr/>
          <p:nvPr/>
        </p:nvGrpSpPr>
        <p:grpSpPr>
          <a:xfrm>
            <a:off x="7901678" y="1410497"/>
            <a:ext cx="3651770" cy="2276845"/>
            <a:chOff x="5940152" y="1275606"/>
            <a:chExt cx="2771800" cy="1728192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8AA4D23-6575-4B5E-BB2D-0F43FD93D902}"/>
                </a:ext>
              </a:extLst>
            </p:cNvPr>
            <p:cNvSpPr/>
            <p:nvPr/>
          </p:nvSpPr>
          <p:spPr>
            <a:xfrm>
              <a:off x="5940152" y="1275606"/>
              <a:ext cx="2771800" cy="172819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3"/>
            </a:p>
          </p:txBody>
        </p:sp>
        <p:sp>
          <p:nvSpPr>
            <p:cNvPr id="55" name="TextBox 40">
              <a:extLst>
                <a:ext uri="{FF2B5EF4-FFF2-40B4-BE49-F238E27FC236}">
                  <a16:creationId xmlns:a16="http://schemas.microsoft.com/office/drawing/2014/main" id="{C2558A7D-5A64-416B-B5ED-CBCFF437CC35}"/>
                </a:ext>
              </a:extLst>
            </p:cNvPr>
            <p:cNvSpPr txBox="1"/>
            <p:nvPr/>
          </p:nvSpPr>
          <p:spPr>
            <a:xfrm>
              <a:off x="6015627" y="1329299"/>
              <a:ext cx="1143966" cy="362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503" dirty="0">
                  <a:solidFill>
                    <a:schemeClr val="bg1"/>
                  </a:solidFill>
                  <a:latin typeface="方正兰亭中黑_GBK" pitchFamily="2" charset="-122"/>
                  <a:ea typeface="方正兰亭中黑_GBK" pitchFamily="2" charset="-122"/>
                </a:rPr>
                <a:t>能力支撑</a:t>
              </a:r>
            </a:p>
          </p:txBody>
        </p:sp>
        <p:sp>
          <p:nvSpPr>
            <p:cNvPr id="56" name="Rectangle 13" descr="FD1DDF730CE4456e89755B07FE1653D0# #Rectangle 13">
              <a:extLst>
                <a:ext uri="{FF2B5EF4-FFF2-40B4-BE49-F238E27FC236}">
                  <a16:creationId xmlns:a16="http://schemas.microsoft.com/office/drawing/2014/main" id="{A1C60CFD-EE33-4811-87FE-D36233D3D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7777" y="1710610"/>
              <a:ext cx="2132950" cy="1267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公司技术难题攻坚</a:t>
              </a:r>
            </a:p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UI</a:t>
              </a:r>
              <a:r>
                <a:rPr lang="zh-CN" altLang="en-US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设计服务能力</a:t>
              </a:r>
              <a:endParaRPr lang="en-US" altLang="zh-CN" sz="1400" dirty="0">
                <a:solidFill>
                  <a:schemeClr val="bg1"/>
                </a:solidFill>
                <a:latin typeface="方正兰亭黑_GBK" pitchFamily="2" charset="-122"/>
                <a:ea typeface="方正兰亭黑_GBK" pitchFamily="2" charset="-122"/>
              </a:endParaRPr>
            </a:p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QC</a:t>
              </a:r>
              <a:r>
                <a:rPr lang="zh-CN" altLang="en-US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服务能力</a:t>
              </a:r>
              <a:endParaRPr lang="en-US" altLang="zh-CN" sz="1400" dirty="0">
                <a:solidFill>
                  <a:schemeClr val="bg1"/>
                </a:solidFill>
                <a:latin typeface="方正兰亭黑_GBK" pitchFamily="2" charset="-122"/>
                <a:ea typeface="方正兰亭黑_GBK" pitchFamily="2" charset="-122"/>
              </a:endParaRPr>
            </a:p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公司技术选型及技术方案评估</a:t>
              </a:r>
              <a:endParaRPr lang="en-US" altLang="zh-CN" sz="1400" dirty="0">
                <a:solidFill>
                  <a:schemeClr val="bg1"/>
                </a:solidFill>
                <a:latin typeface="方正兰亭黑_GBK" pitchFamily="2" charset="-122"/>
                <a:ea typeface="方正兰亭黑_GBK" pitchFamily="2" charset="-122"/>
              </a:endParaRPr>
            </a:p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1400" dirty="0">
                  <a:solidFill>
                    <a:schemeClr val="bg1"/>
                  </a:solidFill>
                  <a:latin typeface="方正兰亭黑_GBK" pitchFamily="2" charset="-122"/>
                  <a:ea typeface="方正兰亭黑_GBK" pitchFamily="2" charset="-122"/>
                </a:rPr>
                <a:t>大数据产品运维实施</a:t>
              </a:r>
            </a:p>
          </p:txBody>
        </p:sp>
      </p:grpSp>
      <p:sp>
        <p:nvSpPr>
          <p:cNvPr id="58" name="标题 1">
            <a:extLst>
              <a:ext uri="{FF2B5EF4-FFF2-40B4-BE49-F238E27FC236}">
                <a16:creationId xmlns:a16="http://schemas.microsoft.com/office/drawing/2014/main" id="{2C906420-6079-4B4D-8F85-0DD4F3D46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288" y="115888"/>
            <a:ext cx="9555162" cy="560387"/>
          </a:xfrm>
        </p:spPr>
        <p:txBody>
          <a:bodyPr/>
          <a:lstStyle/>
          <a:p>
            <a:r>
              <a:rPr lang="zh-CN" altLang="en-US" dirty="0"/>
              <a:t>公共技术研发中心的定位</a:t>
            </a:r>
          </a:p>
        </p:txBody>
      </p:sp>
    </p:spTree>
    <p:extLst>
      <p:ext uri="{BB962C8B-B14F-4D97-AF65-F5344CB8AC3E}">
        <p14:creationId xmlns:p14="http://schemas.microsoft.com/office/powerpoint/2010/main" val="12714345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人员结构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82971EC-4F0C-5243-A9D9-49CB6521E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463" y="1052514"/>
            <a:ext cx="5282405" cy="503628"/>
          </a:xfrm>
        </p:spPr>
        <p:txBody>
          <a:bodyPr/>
          <a:lstStyle/>
          <a:p>
            <a:r>
              <a:rPr kumimoji="1" lang="zh-CN" altLang="en-US" b="0" dirty="0"/>
              <a:t>公共技术研发中心成立于</a:t>
            </a:r>
            <a:r>
              <a:rPr kumimoji="1" lang="en-US" altLang="zh-CN" b="0" dirty="0"/>
              <a:t>2014</a:t>
            </a:r>
            <a:r>
              <a:rPr kumimoji="1" lang="zh-CN" altLang="en-US" b="0" dirty="0"/>
              <a:t>年</a:t>
            </a:r>
            <a:endParaRPr kumimoji="1" lang="en-US" altLang="zh-CN" b="0" dirty="0"/>
          </a:p>
        </p:txBody>
      </p:sp>
      <p:graphicFrame>
        <p:nvGraphicFramePr>
          <p:cNvPr id="6" name="内容占位符 3">
            <a:extLst>
              <a:ext uri="{FF2B5EF4-FFF2-40B4-BE49-F238E27FC236}">
                <a16:creationId xmlns:a16="http://schemas.microsoft.com/office/drawing/2014/main" id="{CBA965E5-24F1-AC45-B788-A7910D8E2A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4347215"/>
              </p:ext>
            </p:extLst>
          </p:nvPr>
        </p:nvGraphicFramePr>
        <p:xfrm>
          <a:off x="6384132" y="547680"/>
          <a:ext cx="5618574" cy="54745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2826F25E-F599-C246-87E6-AD06F6EEF9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6577911"/>
              </p:ext>
            </p:extLst>
          </p:nvPr>
        </p:nvGraphicFramePr>
        <p:xfrm>
          <a:off x="525463" y="1622697"/>
          <a:ext cx="6074768" cy="4111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6F38B73E-B112-7044-8F2F-AE5569EB3597}"/>
              </a:ext>
            </a:extLst>
          </p:cNvPr>
          <p:cNvSpPr txBox="1"/>
          <p:nvPr/>
        </p:nvSpPr>
        <p:spPr>
          <a:xfrm>
            <a:off x="2062152" y="3717132"/>
            <a:ext cx="132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latin typeface="+mn-lt"/>
              </a:rPr>
              <a:t>共</a:t>
            </a:r>
            <a:r>
              <a:rPr kumimoji="1" lang="en-US" altLang="zh-CN" sz="2800" dirty="0">
                <a:latin typeface="+mn-lt"/>
              </a:rPr>
              <a:t>58</a:t>
            </a:r>
            <a:r>
              <a:rPr kumimoji="1" lang="zh-CN" altLang="en-US" sz="2800" dirty="0">
                <a:latin typeface="+mn-lt"/>
              </a:rPr>
              <a:t>人</a:t>
            </a:r>
          </a:p>
        </p:txBody>
      </p:sp>
    </p:spTree>
    <p:extLst>
      <p:ext uri="{BB962C8B-B14F-4D97-AF65-F5344CB8AC3E}">
        <p14:creationId xmlns:p14="http://schemas.microsoft.com/office/powerpoint/2010/main" val="346397469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412910-F319-6D45-9B4D-B5B66F0AB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对事业部服务支持情况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9FFE20-4284-8B43-8156-EAC83ECEA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0125"/>
            <a:ext cx="12192000" cy="5708650"/>
          </a:xfrm>
          <a:prstGeom prst="rect">
            <a:avLst/>
          </a:prstGeom>
          <a:solidFill>
            <a:srgbClr val="17365D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2ECFD7FA-89D3-6149-B509-10A9920B061D}"/>
              </a:ext>
            </a:extLst>
          </p:cNvPr>
          <p:cNvGrpSpPr>
            <a:grpSpLocks/>
          </p:cNvGrpSpPr>
          <p:nvPr/>
        </p:nvGrpSpPr>
        <p:grpSpPr bwMode="auto">
          <a:xfrm>
            <a:off x="284163" y="1104900"/>
            <a:ext cx="1616075" cy="1616075"/>
            <a:chOff x="0" y="0"/>
            <a:chExt cx="1619916" cy="161991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1D26D0B-37E7-A642-8331-E58486F970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619916" cy="1619915"/>
              <a:chOff x="0" y="0"/>
              <a:chExt cx="1619916" cy="1619915"/>
            </a:xfrm>
          </p:grpSpPr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1004BD59-50F2-9C49-B78D-F0ADAD3E6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" y="0"/>
                <a:ext cx="1619915" cy="1619915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708AB9"/>
                </a:solidFill>
                <a:bevel/>
                <a:headEnd/>
                <a:tailEnd/>
              </a:ln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D5F706C1-67EB-1B4E-AEEB-A00D0233F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144125"/>
                <a:ext cx="1619916" cy="475790"/>
              </a:xfrm>
              <a:prstGeom prst="rect">
                <a:avLst/>
              </a:prstGeom>
              <a:solidFill>
                <a:srgbClr val="3660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95E8A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latin typeface="+mj-ea"/>
                    <a:ea typeface="+mj-ea"/>
                    <a:sym typeface="Arial" panose="020B0604020202020204" pitchFamily="34" charset="0"/>
                  </a:rPr>
                  <a:t>UI</a:t>
                </a:r>
                <a:r>
                  <a:rPr lang="zh-CN" altLang="en-US" dirty="0">
                    <a:solidFill>
                      <a:srgbClr val="FFFFFF"/>
                    </a:solidFill>
                    <a:latin typeface="+mj-ea"/>
                    <a:ea typeface="+mj-ea"/>
                    <a:sym typeface="Arial" panose="020B0604020202020204" pitchFamily="34" charset="0"/>
                  </a:rPr>
                  <a:t>设计服务</a:t>
                </a:r>
              </a:p>
            </p:txBody>
          </p:sp>
        </p:grp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B3A92A7-929B-BD4D-B929-689CC92CF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811" y="138624"/>
              <a:ext cx="1230291" cy="839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4400" b="1">
                  <a:solidFill>
                    <a:schemeClr val="bg2"/>
                  </a:solidFill>
                  <a:sym typeface="Arial" panose="020B0604020202020204" pitchFamily="34" charset="0"/>
                </a:rPr>
                <a:t>175</a:t>
              </a:r>
              <a:endParaRPr lang="zh-CN" altLang="en-US" sz="4400" b="1">
                <a:solidFill>
                  <a:schemeClr val="bg2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BF99B61A-FF0F-5F43-B8D0-B383980270F6}"/>
              </a:ext>
            </a:extLst>
          </p:cNvPr>
          <p:cNvGrpSpPr>
            <a:grpSpLocks/>
          </p:cNvGrpSpPr>
          <p:nvPr/>
        </p:nvGrpSpPr>
        <p:grpSpPr bwMode="auto">
          <a:xfrm>
            <a:off x="6213475" y="3051175"/>
            <a:ext cx="1574800" cy="1574800"/>
            <a:chOff x="0" y="0"/>
            <a:chExt cx="1619916" cy="1619915"/>
          </a:xfrm>
        </p:grpSpPr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16769E34-E611-8E4D-A8AF-F7A1DC5C1A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619916" cy="1619915"/>
              <a:chOff x="0" y="0"/>
              <a:chExt cx="1619916" cy="1619915"/>
            </a:xfrm>
          </p:grpSpPr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3DAC5DE0-6B8A-0C49-9F76-34D68E11B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" y="0"/>
                <a:ext cx="1619915" cy="1619915"/>
              </a:xfrm>
              <a:prstGeom prst="rect">
                <a:avLst/>
              </a:prstGeom>
              <a:solidFill>
                <a:srgbClr val="99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95E8A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9994676D-D91C-4A41-8D17-85C9EB16E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144719"/>
                <a:ext cx="1619916" cy="475196"/>
              </a:xfrm>
              <a:prstGeom prst="rect">
                <a:avLst/>
              </a:prstGeom>
              <a:solidFill>
                <a:srgbClr val="99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95E8A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dirty="0">
                    <a:solidFill>
                      <a:srgbClr val="FFFFFF"/>
                    </a:solidFill>
                    <a:latin typeface="+mn-ea"/>
                    <a:ea typeface="+mn-ea"/>
                    <a:sym typeface="Arial" panose="020B0604020202020204" pitchFamily="34" charset="0"/>
                  </a:rPr>
                  <a:t>阔鱼框架</a:t>
                </a:r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6355C12-92DD-A740-B839-A112DF814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528" y="138624"/>
              <a:ext cx="498855" cy="769441"/>
            </a:xfrm>
            <a:prstGeom prst="rect">
              <a:avLst/>
            </a:prstGeom>
            <a:solidFill>
              <a:srgbClr val="99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4400" b="1">
                  <a:solidFill>
                    <a:schemeClr val="bg2"/>
                  </a:solidFill>
                  <a:sym typeface="Arial" panose="020B0604020202020204" pitchFamily="34" charset="0"/>
                </a:rPr>
                <a:t>6</a:t>
              </a:r>
              <a:endParaRPr lang="zh-CN" altLang="en-US" sz="4400" b="1">
                <a:solidFill>
                  <a:schemeClr val="bg2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15" name="Group 9">
            <a:extLst>
              <a:ext uri="{FF2B5EF4-FFF2-40B4-BE49-F238E27FC236}">
                <a16:creationId xmlns:a16="http://schemas.microsoft.com/office/drawing/2014/main" id="{89629038-400D-454A-B994-42F5EC578D92}"/>
              </a:ext>
            </a:extLst>
          </p:cNvPr>
          <p:cNvGrpSpPr>
            <a:grpSpLocks/>
          </p:cNvGrpSpPr>
          <p:nvPr/>
        </p:nvGrpSpPr>
        <p:grpSpPr bwMode="auto">
          <a:xfrm>
            <a:off x="4243388" y="1104900"/>
            <a:ext cx="1601787" cy="1601788"/>
            <a:chOff x="0" y="0"/>
            <a:chExt cx="1619916" cy="1619915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54974BB4-4A33-C041-BF29-3CABF0431F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619916" cy="1619915"/>
              <a:chOff x="0" y="0"/>
              <a:chExt cx="1619916" cy="1619915"/>
            </a:xfrm>
          </p:grpSpPr>
          <p:sp>
            <p:nvSpPr>
              <p:cNvPr id="18" name="Rectangle 18">
                <a:extLst>
                  <a:ext uri="{FF2B5EF4-FFF2-40B4-BE49-F238E27FC236}">
                    <a16:creationId xmlns:a16="http://schemas.microsoft.com/office/drawing/2014/main" id="{973345D6-D948-B947-9500-E456CEBE5E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" y="0"/>
                <a:ext cx="1619915" cy="1619915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95E8A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19" name="Rectangle 19">
                <a:extLst>
                  <a:ext uri="{FF2B5EF4-FFF2-40B4-BE49-F238E27FC236}">
                    <a16:creationId xmlns:a16="http://schemas.microsoft.com/office/drawing/2014/main" id="{DBCC9464-D2B4-C045-B438-65CA383E45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144065"/>
                <a:ext cx="1619915" cy="475849"/>
              </a:xfrm>
              <a:prstGeom prst="rect">
                <a:avLst/>
              </a:prstGeom>
              <a:solidFill>
                <a:srgbClr val="0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95E8A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塞姬开发框架</a:t>
                </a:r>
              </a:p>
            </p:txBody>
          </p:sp>
        </p:grp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E5CFE1D1-5F11-0847-9583-05D3D993A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435" y="138624"/>
              <a:ext cx="813043" cy="769441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4400" b="1">
                  <a:solidFill>
                    <a:schemeClr val="bg2"/>
                  </a:solidFill>
                  <a:sym typeface="Arial" panose="020B0604020202020204" pitchFamily="34" charset="0"/>
                </a:rPr>
                <a:t>18</a:t>
              </a:r>
              <a:endParaRPr lang="zh-CN" altLang="en-US" sz="4400" b="1">
                <a:solidFill>
                  <a:schemeClr val="bg2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20" name="Group 10">
            <a:extLst>
              <a:ext uri="{FF2B5EF4-FFF2-40B4-BE49-F238E27FC236}">
                <a16:creationId xmlns:a16="http://schemas.microsoft.com/office/drawing/2014/main" id="{26B275A0-B23C-A04D-A6D3-1A73118222A4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095375"/>
            <a:ext cx="1608138" cy="1608138"/>
            <a:chOff x="0" y="0"/>
            <a:chExt cx="1619916" cy="1619915"/>
          </a:xfrm>
        </p:grpSpPr>
        <p:grpSp>
          <p:nvGrpSpPr>
            <p:cNvPr id="21" name="Group 21">
              <a:extLst>
                <a:ext uri="{FF2B5EF4-FFF2-40B4-BE49-F238E27FC236}">
                  <a16:creationId xmlns:a16="http://schemas.microsoft.com/office/drawing/2014/main" id="{67FA33CC-0D00-104F-AEBB-3A6340A745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619916" cy="1619915"/>
              <a:chOff x="0" y="0"/>
              <a:chExt cx="1619916" cy="1619915"/>
            </a:xfrm>
          </p:grpSpPr>
          <p:sp>
            <p:nvSpPr>
              <p:cNvPr id="23" name="Rectangle 23">
                <a:extLst>
                  <a:ext uri="{FF2B5EF4-FFF2-40B4-BE49-F238E27FC236}">
                    <a16:creationId xmlns:a16="http://schemas.microsoft.com/office/drawing/2014/main" id="{4E03E0FC-E0E0-6348-9BF9-4A2DE21D11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" y="0"/>
                <a:ext cx="1619915" cy="1619915"/>
              </a:xfrm>
              <a:prstGeom prst="rect">
                <a:avLst/>
              </a:prstGeom>
              <a:solidFill>
                <a:srgbClr val="FF99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95E8A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24" name="Rectangle 24">
                <a:extLst>
                  <a:ext uri="{FF2B5EF4-FFF2-40B4-BE49-F238E27FC236}">
                    <a16:creationId xmlns:a16="http://schemas.microsoft.com/office/drawing/2014/main" id="{08F9D8F3-BAD6-E746-8C03-107C234D5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144065"/>
                <a:ext cx="1619915" cy="475849"/>
              </a:xfrm>
              <a:prstGeom prst="rect">
                <a:avLst/>
              </a:prstGeom>
              <a:solidFill>
                <a:srgbClr val="FF6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95E8A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数据交换平台</a:t>
                </a:r>
              </a:p>
            </p:txBody>
          </p:sp>
        </p:grp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F6C2FFA-3B68-634F-901F-C3A92EA18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435" y="138624"/>
              <a:ext cx="813043" cy="769441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4400" b="1">
                  <a:solidFill>
                    <a:schemeClr val="bg2"/>
                  </a:solidFill>
                  <a:sym typeface="Arial" panose="020B0604020202020204" pitchFamily="34" charset="0"/>
                </a:rPr>
                <a:t>17</a:t>
              </a:r>
              <a:endParaRPr lang="zh-CN" altLang="en-US" sz="4400" b="1">
                <a:solidFill>
                  <a:schemeClr val="bg2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25" name="Group 8">
            <a:extLst>
              <a:ext uri="{FF2B5EF4-FFF2-40B4-BE49-F238E27FC236}">
                <a16:creationId xmlns:a16="http://schemas.microsoft.com/office/drawing/2014/main" id="{27479076-29A8-DE4A-8F65-AE7BF170ADDB}"/>
              </a:ext>
            </a:extLst>
          </p:cNvPr>
          <p:cNvGrpSpPr>
            <a:grpSpLocks/>
          </p:cNvGrpSpPr>
          <p:nvPr/>
        </p:nvGrpSpPr>
        <p:grpSpPr bwMode="auto">
          <a:xfrm>
            <a:off x="2289175" y="1104900"/>
            <a:ext cx="1566863" cy="1565275"/>
            <a:chOff x="0" y="0"/>
            <a:chExt cx="1619916" cy="1619915"/>
          </a:xfrm>
        </p:grpSpPr>
        <p:grpSp>
          <p:nvGrpSpPr>
            <p:cNvPr id="26" name="Group 11">
              <a:extLst>
                <a:ext uri="{FF2B5EF4-FFF2-40B4-BE49-F238E27FC236}">
                  <a16:creationId xmlns:a16="http://schemas.microsoft.com/office/drawing/2014/main" id="{61F4910D-4B7C-A64C-A405-B0DB68A50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619916" cy="1619915"/>
              <a:chOff x="0" y="0"/>
              <a:chExt cx="1619916" cy="1619915"/>
            </a:xfrm>
          </p:grpSpPr>
          <p:sp>
            <p:nvSpPr>
              <p:cNvPr id="28" name="Rectangle 13">
                <a:extLst>
                  <a:ext uri="{FF2B5EF4-FFF2-40B4-BE49-F238E27FC236}">
                    <a16:creationId xmlns:a16="http://schemas.microsoft.com/office/drawing/2014/main" id="{B62A15DF-766E-E84A-93D1-8D360188F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" y="0"/>
                <a:ext cx="1619915" cy="1619915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95E8A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29" name="Rectangle 14">
                <a:extLst>
                  <a:ext uri="{FF2B5EF4-FFF2-40B4-BE49-F238E27FC236}">
                    <a16:creationId xmlns:a16="http://schemas.microsoft.com/office/drawing/2014/main" id="{F8093242-9358-154B-A060-54A8DAB4E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143469"/>
                <a:ext cx="1619916" cy="476446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95E8A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dirty="0">
                    <a:solidFill>
                      <a:srgbClr val="FFFFFF"/>
                    </a:solidFill>
                    <a:latin typeface="+mj-ea"/>
                    <a:ea typeface="+mj-ea"/>
                    <a:sym typeface="Arial" panose="020B0604020202020204" pitchFamily="34" charset="0"/>
                  </a:rPr>
                  <a:t>疑难问题技术支持</a:t>
                </a:r>
              </a:p>
            </p:txBody>
          </p:sp>
        </p:grp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6B418841-D9F7-3949-9704-E4BE477C8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434" y="138624"/>
              <a:ext cx="813043" cy="769441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4400" b="1">
                  <a:solidFill>
                    <a:schemeClr val="bg2"/>
                  </a:solidFill>
                  <a:sym typeface="Arial" panose="020B0604020202020204" pitchFamily="34" charset="0"/>
                </a:rPr>
                <a:t>10</a:t>
              </a:r>
              <a:endParaRPr lang="zh-CN" altLang="en-US" sz="4400" b="1">
                <a:solidFill>
                  <a:schemeClr val="bg2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30" name="Group 8">
            <a:extLst>
              <a:ext uri="{FF2B5EF4-FFF2-40B4-BE49-F238E27FC236}">
                <a16:creationId xmlns:a16="http://schemas.microsoft.com/office/drawing/2014/main" id="{AB0C652F-AD91-1E44-9B41-55DF8E2F0F21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4930775"/>
            <a:ext cx="1584325" cy="1584325"/>
            <a:chOff x="0" y="0"/>
            <a:chExt cx="1619916" cy="1619915"/>
          </a:xfrm>
        </p:grpSpPr>
        <p:grpSp>
          <p:nvGrpSpPr>
            <p:cNvPr id="31" name="Group 11">
              <a:extLst>
                <a:ext uri="{FF2B5EF4-FFF2-40B4-BE49-F238E27FC236}">
                  <a16:creationId xmlns:a16="http://schemas.microsoft.com/office/drawing/2014/main" id="{A80B136B-F8F2-BE49-9BED-D09AF2B50C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619916" cy="1619915"/>
              <a:chOff x="0" y="0"/>
              <a:chExt cx="1619916" cy="1619915"/>
            </a:xfrm>
          </p:grpSpPr>
          <p:sp>
            <p:nvSpPr>
              <p:cNvPr id="33" name="Rectangle 13">
                <a:extLst>
                  <a:ext uri="{FF2B5EF4-FFF2-40B4-BE49-F238E27FC236}">
                    <a16:creationId xmlns:a16="http://schemas.microsoft.com/office/drawing/2014/main" id="{CA2ED1B2-4309-4B4B-BEB6-E76192DAE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" y="0"/>
                <a:ext cx="1619915" cy="161991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95E8A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34" name="Rectangle 14">
                <a:extLst>
                  <a:ext uri="{FF2B5EF4-FFF2-40B4-BE49-F238E27FC236}">
                    <a16:creationId xmlns:a16="http://schemas.microsoft.com/office/drawing/2014/main" id="{C3C63851-C3C9-D846-8AE4-53A71ED82B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144065"/>
                <a:ext cx="1619915" cy="475849"/>
              </a:xfrm>
              <a:prstGeom prst="rect">
                <a:avLst/>
              </a:prstGeom>
              <a:solidFill>
                <a:srgbClr val="71C8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95E8A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工作流平台</a:t>
                </a:r>
              </a:p>
            </p:txBody>
          </p:sp>
        </p:grpSp>
        <p:sp>
          <p:nvSpPr>
            <p:cNvPr id="32" name="TextBox 12">
              <a:extLst>
                <a:ext uri="{FF2B5EF4-FFF2-40B4-BE49-F238E27FC236}">
                  <a16:creationId xmlns:a16="http://schemas.microsoft.com/office/drawing/2014/main" id="{69F87E76-B11D-F044-B85B-16DAF552B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528" y="138624"/>
              <a:ext cx="498855" cy="769441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4400" b="1">
                  <a:solidFill>
                    <a:schemeClr val="bg2"/>
                  </a:solidFill>
                  <a:sym typeface="Arial" panose="020B0604020202020204" pitchFamily="34" charset="0"/>
                </a:rPr>
                <a:t>5</a:t>
              </a:r>
              <a:endParaRPr lang="zh-CN" altLang="en-US" sz="4400" b="1">
                <a:solidFill>
                  <a:schemeClr val="bg2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35" name="Group 8">
            <a:extLst>
              <a:ext uri="{FF2B5EF4-FFF2-40B4-BE49-F238E27FC236}">
                <a16:creationId xmlns:a16="http://schemas.microsoft.com/office/drawing/2014/main" id="{CE9D3411-4982-4A4E-8BE3-94E339B8AA33}"/>
              </a:ext>
            </a:extLst>
          </p:cNvPr>
          <p:cNvGrpSpPr>
            <a:grpSpLocks/>
          </p:cNvGrpSpPr>
          <p:nvPr/>
        </p:nvGrpSpPr>
        <p:grpSpPr bwMode="auto">
          <a:xfrm>
            <a:off x="280988" y="3057525"/>
            <a:ext cx="1619250" cy="1620838"/>
            <a:chOff x="0" y="0"/>
            <a:chExt cx="1619916" cy="1619915"/>
          </a:xfrm>
        </p:grpSpPr>
        <p:grpSp>
          <p:nvGrpSpPr>
            <p:cNvPr id="36" name="Group 11">
              <a:extLst>
                <a:ext uri="{FF2B5EF4-FFF2-40B4-BE49-F238E27FC236}">
                  <a16:creationId xmlns:a16="http://schemas.microsoft.com/office/drawing/2014/main" id="{72397BC8-145C-974A-9EA8-CB8A24FC3D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619916" cy="1619915"/>
              <a:chOff x="0" y="0"/>
              <a:chExt cx="1619916" cy="1619915"/>
            </a:xfrm>
          </p:grpSpPr>
          <p:sp>
            <p:nvSpPr>
              <p:cNvPr id="38" name="Rectangle 13">
                <a:extLst>
                  <a:ext uri="{FF2B5EF4-FFF2-40B4-BE49-F238E27FC236}">
                    <a16:creationId xmlns:a16="http://schemas.microsoft.com/office/drawing/2014/main" id="{74E81BE1-6300-B04A-A282-BD8699A7F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" y="0"/>
                <a:ext cx="1619915" cy="1619915"/>
              </a:xfrm>
              <a:prstGeom prst="rect">
                <a:avLst/>
              </a:prstGeom>
              <a:solidFill>
                <a:srgbClr val="9389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95E8A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39" name="Rectangle 14">
                <a:extLst>
                  <a:ext uri="{FF2B5EF4-FFF2-40B4-BE49-F238E27FC236}">
                    <a16:creationId xmlns:a16="http://schemas.microsoft.com/office/drawing/2014/main" id="{05FDE637-E1B1-A74A-AEDD-7F2FB28E0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144065"/>
                <a:ext cx="1619915" cy="475849"/>
              </a:xfrm>
              <a:prstGeom prst="rect">
                <a:avLst/>
              </a:prstGeom>
              <a:solidFill>
                <a:srgbClr val="8B86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95E8A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服务总线</a:t>
                </a:r>
              </a:p>
            </p:txBody>
          </p:sp>
        </p:grpSp>
        <p:sp>
          <p:nvSpPr>
            <p:cNvPr id="37" name="TextBox 12">
              <a:extLst>
                <a:ext uri="{FF2B5EF4-FFF2-40B4-BE49-F238E27FC236}">
                  <a16:creationId xmlns:a16="http://schemas.microsoft.com/office/drawing/2014/main" id="{E837A355-5625-CF40-AE5E-1A627F939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528" y="138624"/>
              <a:ext cx="498855" cy="769441"/>
            </a:xfrm>
            <a:prstGeom prst="rect">
              <a:avLst/>
            </a:prstGeom>
            <a:solidFill>
              <a:srgbClr val="9389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4400" b="1">
                  <a:solidFill>
                    <a:schemeClr val="bg2"/>
                  </a:solidFill>
                  <a:sym typeface="Arial" panose="020B0604020202020204" pitchFamily="34" charset="0"/>
                </a:rPr>
                <a:t>4</a:t>
              </a:r>
              <a:endParaRPr lang="zh-CN" altLang="en-US" sz="4400" b="1">
                <a:solidFill>
                  <a:schemeClr val="bg2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40" name="Group 8">
            <a:extLst>
              <a:ext uri="{FF2B5EF4-FFF2-40B4-BE49-F238E27FC236}">
                <a16:creationId xmlns:a16="http://schemas.microsoft.com/office/drawing/2014/main" id="{3D87ABB5-DBB4-8D46-A87B-BFE80052E6FF}"/>
              </a:ext>
            </a:extLst>
          </p:cNvPr>
          <p:cNvGrpSpPr>
            <a:grpSpLocks/>
          </p:cNvGrpSpPr>
          <p:nvPr/>
        </p:nvGrpSpPr>
        <p:grpSpPr bwMode="auto">
          <a:xfrm>
            <a:off x="280988" y="4949825"/>
            <a:ext cx="1619250" cy="1619250"/>
            <a:chOff x="0" y="0"/>
            <a:chExt cx="1619916" cy="1619915"/>
          </a:xfrm>
        </p:grpSpPr>
        <p:grpSp>
          <p:nvGrpSpPr>
            <p:cNvPr id="41" name="Group 11">
              <a:extLst>
                <a:ext uri="{FF2B5EF4-FFF2-40B4-BE49-F238E27FC236}">
                  <a16:creationId xmlns:a16="http://schemas.microsoft.com/office/drawing/2014/main" id="{48564EDD-9A32-8044-A046-FF7836A96A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619916" cy="1619915"/>
              <a:chOff x="0" y="0"/>
              <a:chExt cx="1619916" cy="1619915"/>
            </a:xfrm>
          </p:grpSpPr>
          <p:sp>
            <p:nvSpPr>
              <p:cNvPr id="43" name="Rectangle 13">
                <a:extLst>
                  <a:ext uri="{FF2B5EF4-FFF2-40B4-BE49-F238E27FC236}">
                    <a16:creationId xmlns:a16="http://schemas.microsoft.com/office/drawing/2014/main" id="{3B7D5698-256A-1741-A07C-A82C9BF509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" y="0"/>
                <a:ext cx="1619915" cy="161991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95E8A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44" name="Rectangle 14">
                <a:extLst>
                  <a:ext uri="{FF2B5EF4-FFF2-40B4-BE49-F238E27FC236}">
                    <a16:creationId xmlns:a16="http://schemas.microsoft.com/office/drawing/2014/main" id="{B55C3C5E-D33C-FF4F-9559-C37DF0DF95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143469"/>
                <a:ext cx="1619916" cy="476446"/>
              </a:xfrm>
              <a:prstGeom prst="rect">
                <a:avLst/>
              </a:prstGeom>
              <a:solidFill>
                <a:srgbClr val="9537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95E8A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latin typeface="+mn-lt"/>
                    <a:sym typeface="Arial" panose="020B0604020202020204" pitchFamily="34" charset="0"/>
                  </a:rPr>
                  <a:t>JS</a:t>
                </a:r>
                <a:r>
                  <a:rPr lang="zh-CN" altLang="en-US" dirty="0">
                    <a:solidFill>
                      <a:srgbClr val="FFFFFF"/>
                    </a:solidFill>
                    <a:latin typeface="+mn-lt"/>
                    <a:sym typeface="Arial" panose="020B0604020202020204" pitchFamily="34" charset="0"/>
                  </a:rPr>
                  <a:t>组件</a:t>
                </a:r>
              </a:p>
            </p:txBody>
          </p:sp>
        </p:grpSp>
        <p:sp>
          <p:nvSpPr>
            <p:cNvPr id="42" name="TextBox 12">
              <a:extLst>
                <a:ext uri="{FF2B5EF4-FFF2-40B4-BE49-F238E27FC236}">
                  <a16:creationId xmlns:a16="http://schemas.microsoft.com/office/drawing/2014/main" id="{40DA383E-E6D9-7D48-93CB-3A0F3963A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528" y="138624"/>
              <a:ext cx="498855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4400" b="1">
                  <a:solidFill>
                    <a:schemeClr val="bg2"/>
                  </a:solidFill>
                  <a:sym typeface="Arial" panose="020B0604020202020204" pitchFamily="34" charset="0"/>
                </a:rPr>
                <a:t>4</a:t>
              </a:r>
              <a:endParaRPr lang="zh-CN" altLang="en-US" sz="4400" b="1">
                <a:solidFill>
                  <a:schemeClr val="bg2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45" name="Rectangle 33">
            <a:extLst>
              <a:ext uri="{FF2B5EF4-FFF2-40B4-BE49-F238E27FC236}">
                <a16:creationId xmlns:a16="http://schemas.microsoft.com/office/drawing/2014/main" id="{4B19E899-E99E-A449-828B-F762231E7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75" y="1476375"/>
            <a:ext cx="3454400" cy="4830763"/>
          </a:xfrm>
          <a:prstGeom prst="rect">
            <a:avLst/>
          </a:prstGeom>
          <a:solidFill>
            <a:srgbClr val="EEECE1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395E8A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46" name="TextBox 36">
            <a:extLst>
              <a:ext uri="{FF2B5EF4-FFF2-40B4-BE49-F238E27FC236}">
                <a16:creationId xmlns:a16="http://schemas.microsoft.com/office/drawing/2014/main" id="{E0DEC5E4-A913-4642-A69F-E578F6AC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2963" y="1609725"/>
            <a:ext cx="646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其他</a:t>
            </a:r>
          </a:p>
        </p:txBody>
      </p:sp>
      <p:sp>
        <p:nvSpPr>
          <p:cNvPr id="47" name="Rectangle 37">
            <a:extLst>
              <a:ext uri="{FF2B5EF4-FFF2-40B4-BE49-F238E27FC236}">
                <a16:creationId xmlns:a16="http://schemas.microsoft.com/office/drawing/2014/main" id="{FF174E29-F877-B945-A9D5-53D0A7EDE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1850" y="2114550"/>
            <a:ext cx="325437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sym typeface="Arial" panose="020B0604020202020204" pitchFamily="34" charset="0"/>
              </a:rPr>
              <a:t>华资浏览器，已在全公司推广使用</a:t>
            </a:r>
            <a:endParaRPr lang="en-US" dirty="0">
              <a:solidFill>
                <a:srgbClr val="000000"/>
              </a:solidFill>
              <a:latin typeface="+mn-ea"/>
              <a:ea typeface="+mn-ea"/>
              <a:sym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sym typeface="Arial" panose="020B0604020202020204" pitchFamily="34" charset="0"/>
              </a:rPr>
              <a:t>食药监开发框架，推广</a:t>
            </a:r>
            <a:r>
              <a:rPr lang="en-US" dirty="0">
                <a:solidFill>
                  <a:srgbClr val="000000"/>
                </a:solidFill>
                <a:latin typeface="+mn-ea"/>
                <a:ea typeface="+mn-ea"/>
                <a:sym typeface="Arial" panose="020B0604020202020204" pitchFamily="34" charset="0"/>
              </a:rPr>
              <a:t>6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sym typeface="Arial" panose="020B0604020202020204" pitchFamily="34" charset="0"/>
              </a:rPr>
              <a:t>个项目</a:t>
            </a:r>
            <a:endParaRPr lang="en-US" dirty="0">
              <a:solidFill>
                <a:srgbClr val="000000"/>
              </a:solidFill>
              <a:latin typeface="+mn-ea"/>
              <a:ea typeface="+mn-ea"/>
              <a:sym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dirty="0">
                <a:solidFill>
                  <a:srgbClr val="000000"/>
                </a:solidFill>
                <a:latin typeface="+mn-ea"/>
                <a:ea typeface="+mn-ea"/>
                <a:sym typeface="Arial" panose="020B0604020202020204" pitchFamily="34" charset="0"/>
              </a:rPr>
              <a:t>Sonar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sym typeface="Arial" panose="020B0604020202020204" pitchFamily="34" charset="0"/>
              </a:rPr>
              <a:t>、</a:t>
            </a:r>
            <a:r>
              <a:rPr lang="en-US" dirty="0">
                <a:solidFill>
                  <a:srgbClr val="000000"/>
                </a:solidFill>
                <a:latin typeface="+mn-ea"/>
                <a:ea typeface="+mn-ea"/>
                <a:sym typeface="Arial" panose="020B0604020202020204" pitchFamily="34" charset="0"/>
              </a:rPr>
              <a:t>AI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sym typeface="Arial" panose="020B0604020202020204" pitchFamily="34" charset="0"/>
              </a:rPr>
              <a:t>：均推广</a:t>
            </a:r>
            <a:r>
              <a:rPr lang="en-US" dirty="0">
                <a:solidFill>
                  <a:srgbClr val="000000"/>
                </a:solidFill>
                <a:latin typeface="+mn-ea"/>
                <a:ea typeface="+mn-ea"/>
                <a:sym typeface="Arial" panose="020B0604020202020204" pitchFamily="34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sym typeface="Arial" panose="020B0604020202020204" pitchFamily="34" charset="0"/>
              </a:rPr>
              <a:t>个项目</a:t>
            </a:r>
            <a:endParaRPr lang="en-US" dirty="0">
              <a:solidFill>
                <a:srgbClr val="000000"/>
              </a:solidFill>
              <a:latin typeface="+mn-ea"/>
              <a:ea typeface="+mn-ea"/>
              <a:sym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sym typeface="Arial" panose="020B0604020202020204" pitchFamily="34" charset="0"/>
              </a:rPr>
              <a:t>另外，消息中心、统一认证、截屏水印溯源组件等研发成果也在项目中进行应用</a:t>
            </a:r>
            <a:endParaRPr lang="en-US" dirty="0">
              <a:solidFill>
                <a:srgbClr val="000000"/>
              </a:solidFill>
              <a:latin typeface="+mn-ea"/>
              <a:ea typeface="+mn-ea"/>
              <a:sym typeface="Arial" panose="020B0604020202020204" pitchFamily="34" charset="0"/>
            </a:endParaRPr>
          </a:p>
        </p:txBody>
      </p:sp>
      <p:grpSp>
        <p:nvGrpSpPr>
          <p:cNvPr id="48" name="组合 1">
            <a:extLst>
              <a:ext uri="{FF2B5EF4-FFF2-40B4-BE49-F238E27FC236}">
                <a16:creationId xmlns:a16="http://schemas.microsoft.com/office/drawing/2014/main" id="{D88D8166-9A00-3642-87FD-5633DAA53DEE}"/>
              </a:ext>
            </a:extLst>
          </p:cNvPr>
          <p:cNvGrpSpPr>
            <a:grpSpLocks/>
          </p:cNvGrpSpPr>
          <p:nvPr/>
        </p:nvGrpSpPr>
        <p:grpSpPr bwMode="auto">
          <a:xfrm>
            <a:off x="2646363" y="3343275"/>
            <a:ext cx="2528887" cy="2528888"/>
            <a:chOff x="0" y="0"/>
            <a:chExt cx="2527810" cy="2527810"/>
          </a:xfrm>
        </p:grpSpPr>
        <p:sp>
          <p:nvSpPr>
            <p:cNvPr id="49" name="Oval 13">
              <a:extLst>
                <a:ext uri="{FF2B5EF4-FFF2-40B4-BE49-F238E27FC236}">
                  <a16:creationId xmlns:a16="http://schemas.microsoft.com/office/drawing/2014/main" id="{98EB8557-AA2A-8340-B968-AA4C92758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527810" cy="2527810"/>
            </a:xfrm>
            <a:prstGeom prst="ellipse">
              <a:avLst/>
            </a:prstGeom>
            <a:noFill/>
            <a:ln w="85725" cmpd="thinThick">
              <a:solidFill>
                <a:srgbClr val="FFFF00"/>
              </a:solidFill>
              <a:prstDash val="sysDash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50" name="文本框 66">
              <a:extLst>
                <a:ext uri="{FF2B5EF4-FFF2-40B4-BE49-F238E27FC236}">
                  <a16:creationId xmlns:a16="http://schemas.microsoft.com/office/drawing/2014/main" id="{8A149907-0DAC-3E4A-9264-49A8361BE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838" y="723103"/>
              <a:ext cx="1608133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6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263</a:t>
              </a:r>
              <a:endParaRPr lang="zh-CN" altLang="en-US" sz="4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3441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F3A97A-0DB8-B440-B93D-3F22370C9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研发案例分享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1228FD-6875-E74E-8B1F-7B1104C8798C}"/>
              </a:ext>
            </a:extLst>
          </p:cNvPr>
          <p:cNvSpPr/>
          <p:nvPr/>
        </p:nvSpPr>
        <p:spPr>
          <a:xfrm>
            <a:off x="0" y="4825218"/>
            <a:ext cx="12192000" cy="2032782"/>
          </a:xfrm>
          <a:prstGeom prst="rect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615D341-42BF-524B-8B9A-45AF45145F67}"/>
              </a:ext>
            </a:extLst>
          </p:cNvPr>
          <p:cNvGrpSpPr/>
          <p:nvPr/>
        </p:nvGrpSpPr>
        <p:grpSpPr>
          <a:xfrm>
            <a:off x="863206" y="5195151"/>
            <a:ext cx="1571676" cy="1292916"/>
            <a:chOff x="5329238" y="1931988"/>
            <a:chExt cx="550862" cy="498475"/>
          </a:xfrm>
          <a:solidFill>
            <a:srgbClr val="FCFCFC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0A77AA7-47F7-F642-A1CC-68385FE0A0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62588" y="2284413"/>
              <a:ext cx="53975" cy="146050"/>
            </a:xfrm>
            <a:custGeom>
              <a:avLst/>
              <a:gdLst>
                <a:gd name="T0" fmla="*/ 3 w 14"/>
                <a:gd name="T1" fmla="*/ 10 h 38"/>
                <a:gd name="T2" fmla="*/ 0 w 14"/>
                <a:gd name="T3" fmla="*/ 15 h 38"/>
                <a:gd name="T4" fmla="*/ 0 w 14"/>
                <a:gd name="T5" fmla="*/ 38 h 38"/>
                <a:gd name="T6" fmla="*/ 14 w 14"/>
                <a:gd name="T7" fmla="*/ 38 h 38"/>
                <a:gd name="T8" fmla="*/ 14 w 14"/>
                <a:gd name="T9" fmla="*/ 2 h 38"/>
                <a:gd name="T10" fmla="*/ 11 w 14"/>
                <a:gd name="T11" fmla="*/ 1 h 38"/>
                <a:gd name="T12" fmla="*/ 3 w 14"/>
                <a:gd name="T13" fmla="*/ 10 h 38"/>
                <a:gd name="T14" fmla="*/ 3 w 14"/>
                <a:gd name="T15" fmla="*/ 10 h 38"/>
                <a:gd name="T16" fmla="*/ 3 w 14"/>
                <a:gd name="T17" fmla="*/ 1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38">
                  <a:moveTo>
                    <a:pt x="3" y="10"/>
                  </a:moveTo>
                  <a:cubicBezTo>
                    <a:pt x="1" y="11"/>
                    <a:pt x="0" y="13"/>
                    <a:pt x="0" y="1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0"/>
                    <a:pt x="13" y="0"/>
                    <a:pt x="11" y="1"/>
                  </a:cubicBezTo>
                  <a:lnTo>
                    <a:pt x="3" y="10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D6F2B6F-1A6F-D249-9008-30A6A4F62E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88013" y="2200275"/>
              <a:ext cx="49212" cy="230188"/>
            </a:xfrm>
            <a:custGeom>
              <a:avLst/>
              <a:gdLst>
                <a:gd name="T0" fmla="*/ 2 w 13"/>
                <a:gd name="T1" fmla="*/ 10 h 60"/>
                <a:gd name="T2" fmla="*/ 0 w 13"/>
                <a:gd name="T3" fmla="*/ 15 h 60"/>
                <a:gd name="T4" fmla="*/ 0 w 13"/>
                <a:gd name="T5" fmla="*/ 60 h 60"/>
                <a:gd name="T6" fmla="*/ 13 w 13"/>
                <a:gd name="T7" fmla="*/ 60 h 60"/>
                <a:gd name="T8" fmla="*/ 13 w 13"/>
                <a:gd name="T9" fmla="*/ 2 h 60"/>
                <a:gd name="T10" fmla="*/ 11 w 13"/>
                <a:gd name="T11" fmla="*/ 1 h 60"/>
                <a:gd name="T12" fmla="*/ 2 w 13"/>
                <a:gd name="T13" fmla="*/ 10 h 60"/>
                <a:gd name="T14" fmla="*/ 2 w 13"/>
                <a:gd name="T15" fmla="*/ 10 h 60"/>
                <a:gd name="T16" fmla="*/ 2 w 13"/>
                <a:gd name="T17" fmla="*/ 1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60">
                  <a:moveTo>
                    <a:pt x="2" y="10"/>
                  </a:moveTo>
                  <a:cubicBezTo>
                    <a:pt x="1" y="11"/>
                    <a:pt x="0" y="14"/>
                    <a:pt x="0" y="15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0"/>
                    <a:pt x="12" y="0"/>
                    <a:pt x="11" y="1"/>
                  </a:cubicBezTo>
                  <a:lnTo>
                    <a:pt x="2" y="10"/>
                  </a:lnTo>
                  <a:close/>
                  <a:moveTo>
                    <a:pt x="2" y="10"/>
                  </a:moveTo>
                  <a:cubicBezTo>
                    <a:pt x="2" y="10"/>
                    <a:pt x="2" y="10"/>
                    <a:pt x="2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D631769-129E-7849-A678-E24BE53744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1038" y="2127250"/>
              <a:ext cx="49212" cy="303213"/>
            </a:xfrm>
            <a:custGeom>
              <a:avLst/>
              <a:gdLst>
                <a:gd name="T0" fmla="*/ 3 w 13"/>
                <a:gd name="T1" fmla="*/ 9 h 79"/>
                <a:gd name="T2" fmla="*/ 0 w 13"/>
                <a:gd name="T3" fmla="*/ 15 h 79"/>
                <a:gd name="T4" fmla="*/ 0 w 13"/>
                <a:gd name="T5" fmla="*/ 79 h 79"/>
                <a:gd name="T6" fmla="*/ 13 w 13"/>
                <a:gd name="T7" fmla="*/ 79 h 79"/>
                <a:gd name="T8" fmla="*/ 13 w 13"/>
                <a:gd name="T9" fmla="*/ 2 h 79"/>
                <a:gd name="T10" fmla="*/ 11 w 13"/>
                <a:gd name="T11" fmla="*/ 1 h 79"/>
                <a:gd name="T12" fmla="*/ 3 w 13"/>
                <a:gd name="T13" fmla="*/ 9 h 79"/>
                <a:gd name="T14" fmla="*/ 3 w 13"/>
                <a:gd name="T15" fmla="*/ 9 h 79"/>
                <a:gd name="T16" fmla="*/ 3 w 13"/>
                <a:gd name="T17" fmla="*/ 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79">
                  <a:moveTo>
                    <a:pt x="3" y="9"/>
                  </a:moveTo>
                  <a:cubicBezTo>
                    <a:pt x="1" y="11"/>
                    <a:pt x="0" y="13"/>
                    <a:pt x="0" y="15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1"/>
                    <a:pt x="12" y="0"/>
                    <a:pt x="11" y="1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7A3C461-74D3-3B45-8FA8-8B8184BC54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11813" y="2273300"/>
              <a:ext cx="53975" cy="157163"/>
            </a:xfrm>
            <a:custGeom>
              <a:avLst/>
              <a:gdLst>
                <a:gd name="T0" fmla="*/ 3 w 14"/>
                <a:gd name="T1" fmla="*/ 10 h 41"/>
                <a:gd name="T2" fmla="*/ 2 w 14"/>
                <a:gd name="T3" fmla="*/ 11 h 41"/>
                <a:gd name="T4" fmla="*/ 0 w 14"/>
                <a:gd name="T5" fmla="*/ 16 h 41"/>
                <a:gd name="T6" fmla="*/ 0 w 14"/>
                <a:gd name="T7" fmla="*/ 41 h 41"/>
                <a:gd name="T8" fmla="*/ 14 w 14"/>
                <a:gd name="T9" fmla="*/ 41 h 41"/>
                <a:gd name="T10" fmla="*/ 14 w 14"/>
                <a:gd name="T11" fmla="*/ 3 h 41"/>
                <a:gd name="T12" fmla="*/ 11 w 14"/>
                <a:gd name="T13" fmla="*/ 2 h 41"/>
                <a:gd name="T14" fmla="*/ 3 w 14"/>
                <a:gd name="T15" fmla="*/ 10 h 41"/>
                <a:gd name="T16" fmla="*/ 3 w 14"/>
                <a:gd name="T17" fmla="*/ 10 h 41"/>
                <a:gd name="T18" fmla="*/ 3 w 14"/>
                <a:gd name="T19" fmla="*/ 1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41">
                  <a:moveTo>
                    <a:pt x="3" y="10"/>
                  </a:moveTo>
                  <a:cubicBezTo>
                    <a:pt x="3" y="10"/>
                    <a:pt x="2" y="11"/>
                    <a:pt x="2" y="11"/>
                  </a:cubicBezTo>
                  <a:cubicBezTo>
                    <a:pt x="1" y="12"/>
                    <a:pt x="0" y="14"/>
                    <a:pt x="0" y="16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1"/>
                    <a:pt x="13" y="0"/>
                    <a:pt x="11" y="2"/>
                  </a:cubicBezTo>
                  <a:lnTo>
                    <a:pt x="3" y="10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3699997-0331-714B-B049-77E33A3AC6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38788" y="2279650"/>
              <a:ext cx="49212" cy="150813"/>
            </a:xfrm>
            <a:custGeom>
              <a:avLst/>
              <a:gdLst>
                <a:gd name="T0" fmla="*/ 2 w 13"/>
                <a:gd name="T1" fmla="*/ 1 h 39"/>
                <a:gd name="T2" fmla="*/ 0 w 13"/>
                <a:gd name="T3" fmla="*/ 2 h 39"/>
                <a:gd name="T4" fmla="*/ 0 w 13"/>
                <a:gd name="T5" fmla="*/ 39 h 39"/>
                <a:gd name="T6" fmla="*/ 13 w 13"/>
                <a:gd name="T7" fmla="*/ 39 h 39"/>
                <a:gd name="T8" fmla="*/ 13 w 13"/>
                <a:gd name="T9" fmla="*/ 16 h 39"/>
                <a:gd name="T10" fmla="*/ 11 w 13"/>
                <a:gd name="T11" fmla="*/ 10 h 39"/>
                <a:gd name="T12" fmla="*/ 9 w 13"/>
                <a:gd name="T13" fmla="*/ 8 h 39"/>
                <a:gd name="T14" fmla="*/ 2 w 13"/>
                <a:gd name="T15" fmla="*/ 1 h 39"/>
                <a:gd name="T16" fmla="*/ 2 w 13"/>
                <a:gd name="T17" fmla="*/ 1 h 39"/>
                <a:gd name="T18" fmla="*/ 2 w 13"/>
                <a:gd name="T1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39">
                  <a:moveTo>
                    <a:pt x="2" y="1"/>
                  </a:moveTo>
                  <a:cubicBezTo>
                    <a:pt x="1" y="0"/>
                    <a:pt x="0" y="0"/>
                    <a:pt x="0" y="2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4"/>
                    <a:pt x="12" y="11"/>
                    <a:pt x="11" y="10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2" y="1"/>
                  </a:ln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6EF9BE7-1AFA-584F-8FF6-86B0A7CCE5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81625" y="2357438"/>
              <a:ext cx="58737" cy="73025"/>
            </a:xfrm>
            <a:custGeom>
              <a:avLst/>
              <a:gdLst>
                <a:gd name="T0" fmla="*/ 7 w 15"/>
                <a:gd name="T1" fmla="*/ 8 h 19"/>
                <a:gd name="T2" fmla="*/ 2 w 15"/>
                <a:gd name="T3" fmla="*/ 12 h 19"/>
                <a:gd name="T4" fmla="*/ 0 w 15"/>
                <a:gd name="T5" fmla="*/ 17 h 19"/>
                <a:gd name="T6" fmla="*/ 0 w 15"/>
                <a:gd name="T7" fmla="*/ 19 h 19"/>
                <a:gd name="T8" fmla="*/ 15 w 15"/>
                <a:gd name="T9" fmla="*/ 19 h 19"/>
                <a:gd name="T10" fmla="*/ 15 w 15"/>
                <a:gd name="T11" fmla="*/ 2 h 19"/>
                <a:gd name="T12" fmla="*/ 13 w 15"/>
                <a:gd name="T13" fmla="*/ 1 h 19"/>
                <a:gd name="T14" fmla="*/ 7 w 15"/>
                <a:gd name="T15" fmla="*/ 8 h 19"/>
                <a:gd name="T16" fmla="*/ 7 w 15"/>
                <a:gd name="T17" fmla="*/ 8 h 19"/>
                <a:gd name="T18" fmla="*/ 7 w 15"/>
                <a:gd name="T1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9">
                  <a:moveTo>
                    <a:pt x="7" y="8"/>
                  </a:moveTo>
                  <a:cubicBezTo>
                    <a:pt x="2" y="12"/>
                    <a:pt x="2" y="12"/>
                    <a:pt x="2" y="12"/>
                  </a:cubicBezTo>
                  <a:cubicBezTo>
                    <a:pt x="1" y="13"/>
                    <a:pt x="0" y="15"/>
                    <a:pt x="0" y="1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4" y="0"/>
                    <a:pt x="13" y="1"/>
                  </a:cubicBezTo>
                  <a:lnTo>
                    <a:pt x="7" y="8"/>
                  </a:lnTo>
                  <a:close/>
                  <a:moveTo>
                    <a:pt x="7" y="8"/>
                  </a:moveTo>
                  <a:cubicBezTo>
                    <a:pt x="7" y="8"/>
                    <a:pt x="7" y="8"/>
                    <a:pt x="7" y="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A02998F-BB75-F24B-A640-97B7FD53E0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9238" y="1931988"/>
              <a:ext cx="550862" cy="414338"/>
            </a:xfrm>
            <a:custGeom>
              <a:avLst/>
              <a:gdLst>
                <a:gd name="T0" fmla="*/ 142 w 144"/>
                <a:gd name="T1" fmla="*/ 53 h 108"/>
                <a:gd name="T2" fmla="*/ 144 w 144"/>
                <a:gd name="T3" fmla="*/ 52 h 108"/>
                <a:gd name="T4" fmla="*/ 144 w 144"/>
                <a:gd name="T5" fmla="*/ 6 h 108"/>
                <a:gd name="T6" fmla="*/ 138 w 144"/>
                <a:gd name="T7" fmla="*/ 0 h 108"/>
                <a:gd name="T8" fmla="*/ 92 w 144"/>
                <a:gd name="T9" fmla="*/ 0 h 108"/>
                <a:gd name="T10" fmla="*/ 91 w 144"/>
                <a:gd name="T11" fmla="*/ 2 h 108"/>
                <a:gd name="T12" fmla="*/ 108 w 144"/>
                <a:gd name="T13" fmla="*/ 18 h 108"/>
                <a:gd name="T14" fmla="*/ 101 w 144"/>
                <a:gd name="T15" fmla="*/ 25 h 108"/>
                <a:gd name="T16" fmla="*/ 70 w 144"/>
                <a:gd name="T17" fmla="*/ 56 h 108"/>
                <a:gd name="T18" fmla="*/ 54 w 144"/>
                <a:gd name="T19" fmla="*/ 39 h 108"/>
                <a:gd name="T20" fmla="*/ 50 w 144"/>
                <a:gd name="T21" fmla="*/ 39 h 108"/>
                <a:gd name="T22" fmla="*/ 5 w 144"/>
                <a:gd name="T23" fmla="*/ 84 h 108"/>
                <a:gd name="T24" fmla="*/ 5 w 144"/>
                <a:gd name="T25" fmla="*/ 103 h 108"/>
                <a:gd name="T26" fmla="*/ 5 w 144"/>
                <a:gd name="T27" fmla="*/ 103 h 108"/>
                <a:gd name="T28" fmla="*/ 23 w 144"/>
                <a:gd name="T29" fmla="*/ 103 h 108"/>
                <a:gd name="T30" fmla="*/ 52 w 144"/>
                <a:gd name="T31" fmla="*/ 74 h 108"/>
                <a:gd name="T32" fmla="*/ 68 w 144"/>
                <a:gd name="T33" fmla="*/ 90 h 108"/>
                <a:gd name="T34" fmla="*/ 73 w 144"/>
                <a:gd name="T35" fmla="*/ 90 h 108"/>
                <a:gd name="T36" fmla="*/ 126 w 144"/>
                <a:gd name="T37" fmla="*/ 37 h 108"/>
                <a:gd name="T38" fmla="*/ 142 w 144"/>
                <a:gd name="T39" fmla="*/ 53 h 108"/>
                <a:gd name="T40" fmla="*/ 142 w 144"/>
                <a:gd name="T41" fmla="*/ 53 h 108"/>
                <a:gd name="T42" fmla="*/ 142 w 144"/>
                <a:gd name="T43" fmla="*/ 5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4" h="108">
                  <a:moveTo>
                    <a:pt x="142" y="53"/>
                  </a:moveTo>
                  <a:cubicBezTo>
                    <a:pt x="143" y="54"/>
                    <a:pt x="144" y="54"/>
                    <a:pt x="144" y="52"/>
                  </a:cubicBezTo>
                  <a:cubicBezTo>
                    <a:pt x="144" y="6"/>
                    <a:pt x="144" y="6"/>
                    <a:pt x="144" y="6"/>
                  </a:cubicBezTo>
                  <a:cubicBezTo>
                    <a:pt x="144" y="3"/>
                    <a:pt x="141" y="0"/>
                    <a:pt x="138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1" y="0"/>
                    <a:pt x="90" y="1"/>
                    <a:pt x="91" y="2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3" y="38"/>
                    <a:pt x="51" y="38"/>
                    <a:pt x="50" y="39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0" y="89"/>
                    <a:pt x="0" y="98"/>
                    <a:pt x="5" y="103"/>
                  </a:cubicBezTo>
                  <a:cubicBezTo>
                    <a:pt x="5" y="103"/>
                    <a:pt x="5" y="103"/>
                    <a:pt x="5" y="103"/>
                  </a:cubicBezTo>
                  <a:cubicBezTo>
                    <a:pt x="10" y="108"/>
                    <a:pt x="18" y="108"/>
                    <a:pt x="23" y="103"/>
                  </a:cubicBezTo>
                  <a:cubicBezTo>
                    <a:pt x="52" y="74"/>
                    <a:pt x="52" y="74"/>
                    <a:pt x="52" y="74"/>
                  </a:cubicBezTo>
                  <a:cubicBezTo>
                    <a:pt x="68" y="90"/>
                    <a:pt x="68" y="90"/>
                    <a:pt x="68" y="90"/>
                  </a:cubicBezTo>
                  <a:cubicBezTo>
                    <a:pt x="69" y="91"/>
                    <a:pt x="71" y="91"/>
                    <a:pt x="73" y="90"/>
                  </a:cubicBezTo>
                  <a:cubicBezTo>
                    <a:pt x="126" y="37"/>
                    <a:pt x="126" y="37"/>
                    <a:pt x="126" y="37"/>
                  </a:cubicBezTo>
                  <a:lnTo>
                    <a:pt x="142" y="53"/>
                  </a:lnTo>
                  <a:close/>
                  <a:moveTo>
                    <a:pt x="142" y="53"/>
                  </a:moveTo>
                  <a:cubicBezTo>
                    <a:pt x="142" y="53"/>
                    <a:pt x="142" y="53"/>
                    <a:pt x="142" y="5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22">
            <a:extLst>
              <a:ext uri="{FF2B5EF4-FFF2-40B4-BE49-F238E27FC236}">
                <a16:creationId xmlns:a16="http://schemas.microsoft.com/office/drawing/2014/main" id="{E477BF2C-B633-C34D-BF35-DC12D9728441}"/>
              </a:ext>
            </a:extLst>
          </p:cNvPr>
          <p:cNvGrpSpPr/>
          <p:nvPr/>
        </p:nvGrpSpPr>
        <p:grpSpPr>
          <a:xfrm>
            <a:off x="7834594" y="1595768"/>
            <a:ext cx="914400" cy="914400"/>
            <a:chOff x="9521484" y="1810084"/>
            <a:chExt cx="914400" cy="914400"/>
          </a:xfrm>
        </p:grpSpPr>
        <p:sp>
          <p:nvSpPr>
            <p:cNvPr id="15" name="Oval 21">
              <a:extLst>
                <a:ext uri="{FF2B5EF4-FFF2-40B4-BE49-F238E27FC236}">
                  <a16:creationId xmlns:a16="http://schemas.microsoft.com/office/drawing/2014/main" id="{E3005C73-5C35-1549-9C80-23E3726851B0}"/>
                </a:ext>
              </a:extLst>
            </p:cNvPr>
            <p:cNvSpPr/>
            <p:nvPr/>
          </p:nvSpPr>
          <p:spPr>
            <a:xfrm>
              <a:off x="9521484" y="1810084"/>
              <a:ext cx="914400" cy="914400"/>
            </a:xfrm>
            <a:prstGeom prst="ellipse">
              <a:avLst/>
            </a:prstGeom>
            <a:solidFill>
              <a:srgbClr val="E2376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7A8E03DC-40DF-8D46-AF62-AD27729C6A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387" y="2085996"/>
              <a:ext cx="320594" cy="362576"/>
            </a:xfrm>
            <a:custGeom>
              <a:avLst/>
              <a:gdLst>
                <a:gd name="T0" fmla="*/ 20 w 78"/>
                <a:gd name="T1" fmla="*/ 7 h 88"/>
                <a:gd name="T2" fmla="*/ 20 w 78"/>
                <a:gd name="T3" fmla="*/ 11 h 88"/>
                <a:gd name="T4" fmla="*/ 5 w 78"/>
                <a:gd name="T5" fmla="*/ 6 h 88"/>
                <a:gd name="T6" fmla="*/ 1 w 78"/>
                <a:gd name="T7" fmla="*/ 8 h 88"/>
                <a:gd name="T8" fmla="*/ 0 w 78"/>
                <a:gd name="T9" fmla="*/ 20 h 88"/>
                <a:gd name="T10" fmla="*/ 3 w 78"/>
                <a:gd name="T11" fmla="*/ 38 h 88"/>
                <a:gd name="T12" fmla="*/ 17 w 78"/>
                <a:gd name="T13" fmla="*/ 49 h 88"/>
                <a:gd name="T14" fmla="*/ 20 w 78"/>
                <a:gd name="T15" fmla="*/ 50 h 88"/>
                <a:gd name="T16" fmla="*/ 20 w 78"/>
                <a:gd name="T17" fmla="*/ 49 h 88"/>
                <a:gd name="T18" fmla="*/ 31 w 78"/>
                <a:gd name="T19" fmla="*/ 52 h 88"/>
                <a:gd name="T20" fmla="*/ 31 w 78"/>
                <a:gd name="T21" fmla="*/ 64 h 88"/>
                <a:gd name="T22" fmla="*/ 27 w 78"/>
                <a:gd name="T23" fmla="*/ 64 h 88"/>
                <a:gd name="T24" fmla="*/ 27 w 78"/>
                <a:gd name="T25" fmla="*/ 68 h 88"/>
                <a:gd name="T26" fmla="*/ 15 w 78"/>
                <a:gd name="T27" fmla="*/ 68 h 88"/>
                <a:gd name="T28" fmla="*/ 15 w 78"/>
                <a:gd name="T29" fmla="*/ 88 h 88"/>
                <a:gd name="T30" fmla="*/ 64 w 78"/>
                <a:gd name="T31" fmla="*/ 88 h 88"/>
                <a:gd name="T32" fmla="*/ 64 w 78"/>
                <a:gd name="T33" fmla="*/ 68 h 88"/>
                <a:gd name="T34" fmla="*/ 52 w 78"/>
                <a:gd name="T35" fmla="*/ 68 h 88"/>
                <a:gd name="T36" fmla="*/ 52 w 78"/>
                <a:gd name="T37" fmla="*/ 64 h 88"/>
                <a:gd name="T38" fmla="*/ 47 w 78"/>
                <a:gd name="T39" fmla="*/ 64 h 88"/>
                <a:gd name="T40" fmla="*/ 47 w 78"/>
                <a:gd name="T41" fmla="*/ 52 h 88"/>
                <a:gd name="T42" fmla="*/ 58 w 78"/>
                <a:gd name="T43" fmla="*/ 49 h 88"/>
                <a:gd name="T44" fmla="*/ 58 w 78"/>
                <a:gd name="T45" fmla="*/ 50 h 88"/>
                <a:gd name="T46" fmla="*/ 61 w 78"/>
                <a:gd name="T47" fmla="*/ 49 h 88"/>
                <a:gd name="T48" fmla="*/ 75 w 78"/>
                <a:gd name="T49" fmla="*/ 38 h 88"/>
                <a:gd name="T50" fmla="*/ 78 w 78"/>
                <a:gd name="T51" fmla="*/ 20 h 88"/>
                <a:gd name="T52" fmla="*/ 77 w 78"/>
                <a:gd name="T53" fmla="*/ 8 h 88"/>
                <a:gd name="T54" fmla="*/ 73 w 78"/>
                <a:gd name="T55" fmla="*/ 6 h 88"/>
                <a:gd name="T56" fmla="*/ 58 w 78"/>
                <a:gd name="T57" fmla="*/ 11 h 88"/>
                <a:gd name="T58" fmla="*/ 58 w 78"/>
                <a:gd name="T59" fmla="*/ 7 h 88"/>
                <a:gd name="T60" fmla="*/ 60 w 78"/>
                <a:gd name="T61" fmla="*/ 7 h 88"/>
                <a:gd name="T62" fmla="*/ 60 w 78"/>
                <a:gd name="T63" fmla="*/ 0 h 88"/>
                <a:gd name="T64" fmla="*/ 17 w 78"/>
                <a:gd name="T65" fmla="*/ 0 h 88"/>
                <a:gd name="T66" fmla="*/ 17 w 78"/>
                <a:gd name="T67" fmla="*/ 7 h 88"/>
                <a:gd name="T68" fmla="*/ 20 w 78"/>
                <a:gd name="T69" fmla="*/ 7 h 88"/>
                <a:gd name="T70" fmla="*/ 63 w 78"/>
                <a:gd name="T71" fmla="*/ 42 h 88"/>
                <a:gd name="T72" fmla="*/ 59 w 78"/>
                <a:gd name="T73" fmla="*/ 20 h 88"/>
                <a:gd name="T74" fmla="*/ 61 w 78"/>
                <a:gd name="T75" fmla="*/ 22 h 88"/>
                <a:gd name="T76" fmla="*/ 66 w 78"/>
                <a:gd name="T77" fmla="*/ 18 h 88"/>
                <a:gd name="T78" fmla="*/ 64 w 78"/>
                <a:gd name="T79" fmla="*/ 16 h 88"/>
                <a:gd name="T80" fmla="*/ 71 w 78"/>
                <a:gd name="T81" fmla="*/ 13 h 88"/>
                <a:gd name="T82" fmla="*/ 72 w 78"/>
                <a:gd name="T83" fmla="*/ 20 h 88"/>
                <a:gd name="T84" fmla="*/ 69 w 78"/>
                <a:gd name="T85" fmla="*/ 36 h 88"/>
                <a:gd name="T86" fmla="*/ 63 w 78"/>
                <a:gd name="T87" fmla="*/ 42 h 88"/>
                <a:gd name="T88" fmla="*/ 19 w 78"/>
                <a:gd name="T89" fmla="*/ 20 h 88"/>
                <a:gd name="T90" fmla="*/ 15 w 78"/>
                <a:gd name="T91" fmla="*/ 42 h 88"/>
                <a:gd name="T92" fmla="*/ 9 w 78"/>
                <a:gd name="T93" fmla="*/ 36 h 88"/>
                <a:gd name="T94" fmla="*/ 6 w 78"/>
                <a:gd name="T95" fmla="*/ 20 h 88"/>
                <a:gd name="T96" fmla="*/ 7 w 78"/>
                <a:gd name="T97" fmla="*/ 13 h 88"/>
                <a:gd name="T98" fmla="*/ 14 w 78"/>
                <a:gd name="T99" fmla="*/ 16 h 88"/>
                <a:gd name="T100" fmla="*/ 12 w 78"/>
                <a:gd name="T101" fmla="*/ 18 h 88"/>
                <a:gd name="T102" fmla="*/ 17 w 78"/>
                <a:gd name="T103" fmla="*/ 22 h 88"/>
                <a:gd name="T104" fmla="*/ 19 w 78"/>
                <a:gd name="T105" fmla="*/ 20 h 88"/>
                <a:gd name="T106" fmla="*/ 32 w 78"/>
                <a:gd name="T107" fmla="*/ 10 h 88"/>
                <a:gd name="T108" fmla="*/ 32 w 78"/>
                <a:gd name="T109" fmla="*/ 45 h 88"/>
                <a:gd name="T110" fmla="*/ 25 w 78"/>
                <a:gd name="T111" fmla="*/ 41 h 88"/>
                <a:gd name="T112" fmla="*/ 28 w 78"/>
                <a:gd name="T113" fmla="*/ 14 h 88"/>
                <a:gd name="T114" fmla="*/ 28 w 78"/>
                <a:gd name="T115" fmla="*/ 10 h 88"/>
                <a:gd name="T116" fmla="*/ 32 w 78"/>
                <a:gd name="T117" fmla="*/ 1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8" h="88">
                  <a:moveTo>
                    <a:pt x="20" y="7"/>
                  </a:moveTo>
                  <a:cubicBezTo>
                    <a:pt x="20" y="8"/>
                    <a:pt x="21" y="10"/>
                    <a:pt x="20" y="11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11"/>
                    <a:pt x="0" y="16"/>
                    <a:pt x="0" y="20"/>
                  </a:cubicBezTo>
                  <a:cubicBezTo>
                    <a:pt x="0" y="26"/>
                    <a:pt x="1" y="33"/>
                    <a:pt x="3" y="38"/>
                  </a:cubicBezTo>
                  <a:cubicBezTo>
                    <a:pt x="6" y="44"/>
                    <a:pt x="10" y="48"/>
                    <a:pt x="17" y="49"/>
                  </a:cubicBezTo>
                  <a:cubicBezTo>
                    <a:pt x="18" y="50"/>
                    <a:pt x="19" y="50"/>
                    <a:pt x="20" y="50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2" y="51"/>
                    <a:pt x="26" y="52"/>
                    <a:pt x="31" y="52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5" y="88"/>
                    <a:pt x="15" y="88"/>
                    <a:pt x="15" y="88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64" y="68"/>
                    <a:pt x="64" y="68"/>
                    <a:pt x="64" y="68"/>
                  </a:cubicBezTo>
                  <a:cubicBezTo>
                    <a:pt x="52" y="68"/>
                    <a:pt x="52" y="68"/>
                    <a:pt x="52" y="68"/>
                  </a:cubicBezTo>
                  <a:cubicBezTo>
                    <a:pt x="52" y="64"/>
                    <a:pt x="52" y="64"/>
                    <a:pt x="52" y="64"/>
                  </a:cubicBezTo>
                  <a:cubicBezTo>
                    <a:pt x="47" y="64"/>
                    <a:pt x="47" y="64"/>
                    <a:pt x="47" y="64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2" y="52"/>
                    <a:pt x="56" y="51"/>
                    <a:pt x="58" y="49"/>
                  </a:cubicBezTo>
                  <a:cubicBezTo>
                    <a:pt x="58" y="50"/>
                    <a:pt x="58" y="50"/>
                    <a:pt x="58" y="50"/>
                  </a:cubicBezTo>
                  <a:cubicBezTo>
                    <a:pt x="59" y="50"/>
                    <a:pt x="60" y="50"/>
                    <a:pt x="61" y="49"/>
                  </a:cubicBezTo>
                  <a:cubicBezTo>
                    <a:pt x="68" y="48"/>
                    <a:pt x="72" y="44"/>
                    <a:pt x="75" y="38"/>
                  </a:cubicBezTo>
                  <a:cubicBezTo>
                    <a:pt x="77" y="33"/>
                    <a:pt x="78" y="26"/>
                    <a:pt x="78" y="20"/>
                  </a:cubicBezTo>
                  <a:cubicBezTo>
                    <a:pt x="78" y="16"/>
                    <a:pt x="78" y="11"/>
                    <a:pt x="77" y="8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7" y="10"/>
                    <a:pt x="58" y="8"/>
                    <a:pt x="58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0" y="7"/>
                    <a:pt x="20" y="7"/>
                    <a:pt x="20" y="7"/>
                  </a:cubicBezTo>
                  <a:close/>
                  <a:moveTo>
                    <a:pt x="63" y="42"/>
                  </a:moveTo>
                  <a:cubicBezTo>
                    <a:pt x="64" y="36"/>
                    <a:pt x="60" y="28"/>
                    <a:pt x="59" y="20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71" y="13"/>
                    <a:pt x="71" y="13"/>
                    <a:pt x="71" y="13"/>
                  </a:cubicBezTo>
                  <a:cubicBezTo>
                    <a:pt x="72" y="15"/>
                    <a:pt x="72" y="18"/>
                    <a:pt x="72" y="20"/>
                  </a:cubicBezTo>
                  <a:cubicBezTo>
                    <a:pt x="71" y="26"/>
                    <a:pt x="71" y="31"/>
                    <a:pt x="69" y="36"/>
                  </a:cubicBezTo>
                  <a:cubicBezTo>
                    <a:pt x="67" y="39"/>
                    <a:pt x="65" y="41"/>
                    <a:pt x="63" y="42"/>
                  </a:cubicBezTo>
                  <a:close/>
                  <a:moveTo>
                    <a:pt x="19" y="20"/>
                  </a:moveTo>
                  <a:cubicBezTo>
                    <a:pt x="17" y="28"/>
                    <a:pt x="14" y="36"/>
                    <a:pt x="15" y="42"/>
                  </a:cubicBezTo>
                  <a:cubicBezTo>
                    <a:pt x="13" y="41"/>
                    <a:pt x="11" y="39"/>
                    <a:pt x="9" y="36"/>
                  </a:cubicBezTo>
                  <a:cubicBezTo>
                    <a:pt x="7" y="31"/>
                    <a:pt x="6" y="26"/>
                    <a:pt x="6" y="20"/>
                  </a:cubicBezTo>
                  <a:cubicBezTo>
                    <a:pt x="6" y="18"/>
                    <a:pt x="6" y="15"/>
                    <a:pt x="7" y="13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9" y="20"/>
                    <a:pt x="19" y="20"/>
                    <a:pt x="19" y="20"/>
                  </a:cubicBezTo>
                  <a:close/>
                  <a:moveTo>
                    <a:pt x="32" y="10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32" y="45"/>
                    <a:pt x="27" y="45"/>
                    <a:pt x="25" y="41"/>
                  </a:cubicBezTo>
                  <a:cubicBezTo>
                    <a:pt x="24" y="37"/>
                    <a:pt x="28" y="16"/>
                    <a:pt x="28" y="14"/>
                  </a:cubicBezTo>
                  <a:cubicBezTo>
                    <a:pt x="28" y="13"/>
                    <a:pt x="28" y="10"/>
                    <a:pt x="28" y="10"/>
                  </a:cubicBezTo>
                  <a:lnTo>
                    <a:pt x="32" y="10"/>
                  </a:ln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3C161DB-7149-1842-AC44-EFC29D6756F6}"/>
              </a:ext>
            </a:extLst>
          </p:cNvPr>
          <p:cNvGrpSpPr/>
          <p:nvPr/>
        </p:nvGrpSpPr>
        <p:grpSpPr>
          <a:xfrm>
            <a:off x="5512060" y="1595768"/>
            <a:ext cx="914400" cy="914400"/>
            <a:chOff x="6933028" y="1810084"/>
            <a:chExt cx="914400" cy="914400"/>
          </a:xfrm>
        </p:grpSpPr>
        <p:sp>
          <p:nvSpPr>
            <p:cNvPr id="18" name="Oval 20">
              <a:extLst>
                <a:ext uri="{FF2B5EF4-FFF2-40B4-BE49-F238E27FC236}">
                  <a16:creationId xmlns:a16="http://schemas.microsoft.com/office/drawing/2014/main" id="{CC956E27-B655-C245-A64B-2D516CD4A321}"/>
                </a:ext>
              </a:extLst>
            </p:cNvPr>
            <p:cNvSpPr/>
            <p:nvPr/>
          </p:nvSpPr>
          <p:spPr>
            <a:xfrm>
              <a:off x="6933028" y="1810084"/>
              <a:ext cx="914400" cy="914400"/>
            </a:xfrm>
            <a:prstGeom prst="ellipse">
              <a:avLst/>
            </a:prstGeom>
            <a:solidFill>
              <a:srgbClr val="F39C1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" name="Freeform 24">
              <a:extLst>
                <a:ext uri="{FF2B5EF4-FFF2-40B4-BE49-F238E27FC236}">
                  <a16:creationId xmlns:a16="http://schemas.microsoft.com/office/drawing/2014/main" id="{0A513068-A2AE-9C4D-8DE5-2C4E5BA078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17527" y="2069775"/>
              <a:ext cx="345401" cy="395018"/>
            </a:xfrm>
            <a:custGeom>
              <a:avLst/>
              <a:gdLst>
                <a:gd name="T0" fmla="*/ 50 w 84"/>
                <a:gd name="T1" fmla="*/ 92 h 96"/>
                <a:gd name="T2" fmla="*/ 57 w 84"/>
                <a:gd name="T3" fmla="*/ 81 h 96"/>
                <a:gd name="T4" fmla="*/ 56 w 84"/>
                <a:gd name="T5" fmla="*/ 75 h 96"/>
                <a:gd name="T6" fmla="*/ 43 w 84"/>
                <a:gd name="T7" fmla="*/ 63 h 96"/>
                <a:gd name="T8" fmla="*/ 38 w 84"/>
                <a:gd name="T9" fmla="*/ 62 h 96"/>
                <a:gd name="T10" fmla="*/ 30 w 84"/>
                <a:gd name="T11" fmla="*/ 67 h 96"/>
                <a:gd name="T12" fmla="*/ 17 w 84"/>
                <a:gd name="T13" fmla="*/ 35 h 96"/>
                <a:gd name="T14" fmla="*/ 26 w 84"/>
                <a:gd name="T15" fmla="*/ 31 h 96"/>
                <a:gd name="T16" fmla="*/ 27 w 84"/>
                <a:gd name="T17" fmla="*/ 25 h 96"/>
                <a:gd name="T18" fmla="*/ 22 w 84"/>
                <a:gd name="T19" fmla="*/ 8 h 96"/>
                <a:gd name="T20" fmla="*/ 18 w 84"/>
                <a:gd name="T21" fmla="*/ 4 h 96"/>
                <a:gd name="T22" fmla="*/ 4 w 84"/>
                <a:gd name="T23" fmla="*/ 6 h 96"/>
                <a:gd name="T24" fmla="*/ 0 w 84"/>
                <a:gd name="T25" fmla="*/ 10 h 96"/>
                <a:gd name="T26" fmla="*/ 43 w 84"/>
                <a:gd name="T27" fmla="*/ 94 h 96"/>
                <a:gd name="T28" fmla="*/ 50 w 84"/>
                <a:gd name="T29" fmla="*/ 92 h 96"/>
                <a:gd name="T30" fmla="*/ 45 w 84"/>
                <a:gd name="T31" fmla="*/ 53 h 96"/>
                <a:gd name="T32" fmla="*/ 32 w 84"/>
                <a:gd name="T33" fmla="*/ 53 h 96"/>
                <a:gd name="T34" fmla="*/ 32 w 84"/>
                <a:gd name="T35" fmla="*/ 50 h 96"/>
                <a:gd name="T36" fmla="*/ 40 w 84"/>
                <a:gd name="T37" fmla="*/ 38 h 96"/>
                <a:gd name="T38" fmla="*/ 42 w 84"/>
                <a:gd name="T39" fmla="*/ 32 h 96"/>
                <a:gd name="T40" fmla="*/ 41 w 84"/>
                <a:gd name="T41" fmla="*/ 30 h 96"/>
                <a:gd name="T42" fmla="*/ 40 w 84"/>
                <a:gd name="T43" fmla="*/ 31 h 96"/>
                <a:gd name="T44" fmla="*/ 39 w 84"/>
                <a:gd name="T45" fmla="*/ 36 h 96"/>
                <a:gd name="T46" fmla="*/ 34 w 84"/>
                <a:gd name="T47" fmla="*/ 36 h 96"/>
                <a:gd name="T48" fmla="*/ 34 w 84"/>
                <a:gd name="T49" fmla="*/ 31 h 96"/>
                <a:gd name="T50" fmla="*/ 42 w 84"/>
                <a:gd name="T51" fmla="*/ 26 h 96"/>
                <a:gd name="T52" fmla="*/ 47 w 84"/>
                <a:gd name="T53" fmla="*/ 28 h 96"/>
                <a:gd name="T54" fmla="*/ 47 w 84"/>
                <a:gd name="T55" fmla="*/ 34 h 96"/>
                <a:gd name="T56" fmla="*/ 47 w 84"/>
                <a:gd name="T57" fmla="*/ 37 h 96"/>
                <a:gd name="T58" fmla="*/ 38 w 84"/>
                <a:gd name="T59" fmla="*/ 50 h 96"/>
                <a:gd name="T60" fmla="*/ 46 w 84"/>
                <a:gd name="T61" fmla="*/ 50 h 96"/>
                <a:gd name="T62" fmla="*/ 45 w 84"/>
                <a:gd name="T63" fmla="*/ 53 h 96"/>
                <a:gd name="T64" fmla="*/ 63 w 84"/>
                <a:gd name="T65" fmla="*/ 50 h 96"/>
                <a:gd name="T66" fmla="*/ 60 w 84"/>
                <a:gd name="T67" fmla="*/ 50 h 96"/>
                <a:gd name="T68" fmla="*/ 60 w 84"/>
                <a:gd name="T69" fmla="*/ 53 h 96"/>
                <a:gd name="T70" fmla="*/ 54 w 84"/>
                <a:gd name="T71" fmla="*/ 53 h 96"/>
                <a:gd name="T72" fmla="*/ 54 w 84"/>
                <a:gd name="T73" fmla="*/ 50 h 96"/>
                <a:gd name="T74" fmla="*/ 46 w 84"/>
                <a:gd name="T75" fmla="*/ 50 h 96"/>
                <a:gd name="T76" fmla="*/ 47 w 84"/>
                <a:gd name="T77" fmla="*/ 46 h 96"/>
                <a:gd name="T78" fmla="*/ 55 w 84"/>
                <a:gd name="T79" fmla="*/ 26 h 96"/>
                <a:gd name="T80" fmla="*/ 63 w 84"/>
                <a:gd name="T81" fmla="*/ 26 h 96"/>
                <a:gd name="T82" fmla="*/ 61 w 84"/>
                <a:gd name="T83" fmla="*/ 46 h 96"/>
                <a:gd name="T84" fmla="*/ 63 w 84"/>
                <a:gd name="T85" fmla="*/ 46 h 96"/>
                <a:gd name="T86" fmla="*/ 63 w 84"/>
                <a:gd name="T87" fmla="*/ 50 h 96"/>
                <a:gd name="T88" fmla="*/ 55 w 84"/>
                <a:gd name="T89" fmla="*/ 46 h 96"/>
                <a:gd name="T90" fmla="*/ 52 w 84"/>
                <a:gd name="T91" fmla="*/ 46 h 96"/>
                <a:gd name="T92" fmla="*/ 56 w 84"/>
                <a:gd name="T93" fmla="*/ 35 h 96"/>
                <a:gd name="T94" fmla="*/ 55 w 84"/>
                <a:gd name="T95" fmla="*/ 46 h 96"/>
                <a:gd name="T96" fmla="*/ 43 w 84"/>
                <a:gd name="T97" fmla="*/ 0 h 96"/>
                <a:gd name="T98" fmla="*/ 72 w 84"/>
                <a:gd name="T99" fmla="*/ 12 h 96"/>
                <a:gd name="T100" fmla="*/ 84 w 84"/>
                <a:gd name="T101" fmla="*/ 41 h 96"/>
                <a:gd name="T102" fmla="*/ 72 w 84"/>
                <a:gd name="T103" fmla="*/ 71 h 96"/>
                <a:gd name="T104" fmla="*/ 65 w 84"/>
                <a:gd name="T105" fmla="*/ 76 h 96"/>
                <a:gd name="T106" fmla="*/ 63 w 84"/>
                <a:gd name="T107" fmla="*/ 73 h 96"/>
                <a:gd name="T108" fmla="*/ 59 w 84"/>
                <a:gd name="T109" fmla="*/ 69 h 96"/>
                <a:gd name="T110" fmla="*/ 66 w 84"/>
                <a:gd name="T111" fmla="*/ 64 h 96"/>
                <a:gd name="T112" fmla="*/ 75 w 84"/>
                <a:gd name="T113" fmla="*/ 41 h 96"/>
                <a:gd name="T114" fmla="*/ 66 w 84"/>
                <a:gd name="T115" fmla="*/ 19 h 96"/>
                <a:gd name="T116" fmla="*/ 43 w 84"/>
                <a:gd name="T117" fmla="*/ 10 h 96"/>
                <a:gd name="T118" fmla="*/ 31 w 84"/>
                <a:gd name="T119" fmla="*/ 12 h 96"/>
                <a:gd name="T120" fmla="*/ 29 w 84"/>
                <a:gd name="T121" fmla="*/ 6 h 96"/>
                <a:gd name="T122" fmla="*/ 28 w 84"/>
                <a:gd name="T123" fmla="*/ 3 h 96"/>
                <a:gd name="T124" fmla="*/ 43 w 84"/>
                <a:gd name="T12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" h="96">
                  <a:moveTo>
                    <a:pt x="50" y="92"/>
                  </a:moveTo>
                  <a:cubicBezTo>
                    <a:pt x="52" y="88"/>
                    <a:pt x="55" y="84"/>
                    <a:pt x="57" y="81"/>
                  </a:cubicBezTo>
                  <a:cubicBezTo>
                    <a:pt x="58" y="79"/>
                    <a:pt x="58" y="77"/>
                    <a:pt x="56" y="75"/>
                  </a:cubicBezTo>
                  <a:cubicBezTo>
                    <a:pt x="52" y="71"/>
                    <a:pt x="48" y="67"/>
                    <a:pt x="43" y="63"/>
                  </a:cubicBezTo>
                  <a:cubicBezTo>
                    <a:pt x="41" y="61"/>
                    <a:pt x="40" y="61"/>
                    <a:pt x="38" y="62"/>
                  </a:cubicBezTo>
                  <a:cubicBezTo>
                    <a:pt x="35" y="63"/>
                    <a:pt x="33" y="65"/>
                    <a:pt x="30" y="67"/>
                  </a:cubicBezTo>
                  <a:cubicBezTo>
                    <a:pt x="21" y="53"/>
                    <a:pt x="19" y="45"/>
                    <a:pt x="17" y="35"/>
                  </a:cubicBezTo>
                  <a:cubicBezTo>
                    <a:pt x="20" y="34"/>
                    <a:pt x="23" y="32"/>
                    <a:pt x="26" y="31"/>
                  </a:cubicBezTo>
                  <a:cubicBezTo>
                    <a:pt x="27" y="30"/>
                    <a:pt x="28" y="28"/>
                    <a:pt x="27" y="25"/>
                  </a:cubicBezTo>
                  <a:cubicBezTo>
                    <a:pt x="26" y="20"/>
                    <a:pt x="24" y="14"/>
                    <a:pt x="22" y="8"/>
                  </a:cubicBezTo>
                  <a:cubicBezTo>
                    <a:pt x="22" y="6"/>
                    <a:pt x="20" y="4"/>
                    <a:pt x="18" y="4"/>
                  </a:cubicBezTo>
                  <a:cubicBezTo>
                    <a:pt x="14" y="5"/>
                    <a:pt x="9" y="5"/>
                    <a:pt x="4" y="6"/>
                  </a:cubicBezTo>
                  <a:cubicBezTo>
                    <a:pt x="0" y="6"/>
                    <a:pt x="0" y="7"/>
                    <a:pt x="0" y="10"/>
                  </a:cubicBezTo>
                  <a:cubicBezTo>
                    <a:pt x="1" y="46"/>
                    <a:pt x="15" y="78"/>
                    <a:pt x="43" y="94"/>
                  </a:cubicBezTo>
                  <a:cubicBezTo>
                    <a:pt x="46" y="96"/>
                    <a:pt x="47" y="96"/>
                    <a:pt x="50" y="92"/>
                  </a:cubicBezTo>
                  <a:close/>
                  <a:moveTo>
                    <a:pt x="45" y="53"/>
                  </a:moveTo>
                  <a:cubicBezTo>
                    <a:pt x="32" y="53"/>
                    <a:pt x="32" y="53"/>
                    <a:pt x="32" y="53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6"/>
                    <a:pt x="42" y="34"/>
                    <a:pt x="42" y="32"/>
                  </a:cubicBezTo>
                  <a:cubicBezTo>
                    <a:pt x="42" y="31"/>
                    <a:pt x="42" y="30"/>
                    <a:pt x="41" y="30"/>
                  </a:cubicBezTo>
                  <a:cubicBezTo>
                    <a:pt x="40" y="30"/>
                    <a:pt x="40" y="31"/>
                    <a:pt x="40" y="31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5" y="28"/>
                    <a:pt x="37" y="26"/>
                    <a:pt x="42" y="26"/>
                  </a:cubicBezTo>
                  <a:cubicBezTo>
                    <a:pt x="44" y="26"/>
                    <a:pt x="46" y="27"/>
                    <a:pt x="47" y="28"/>
                  </a:cubicBezTo>
                  <a:cubicBezTo>
                    <a:pt x="48" y="29"/>
                    <a:pt x="48" y="31"/>
                    <a:pt x="47" y="34"/>
                  </a:cubicBezTo>
                  <a:cubicBezTo>
                    <a:pt x="47" y="35"/>
                    <a:pt x="47" y="36"/>
                    <a:pt x="47" y="37"/>
                  </a:cubicBezTo>
                  <a:cubicBezTo>
                    <a:pt x="38" y="50"/>
                    <a:pt x="38" y="50"/>
                    <a:pt x="38" y="50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5" y="53"/>
                    <a:pt x="45" y="53"/>
                    <a:pt x="45" y="53"/>
                  </a:cubicBezTo>
                  <a:close/>
                  <a:moveTo>
                    <a:pt x="63" y="50"/>
                  </a:moveTo>
                  <a:cubicBezTo>
                    <a:pt x="60" y="50"/>
                    <a:pt x="60" y="50"/>
                    <a:pt x="60" y="50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0"/>
                    <a:pt x="54" y="50"/>
                    <a:pt x="54" y="50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55" y="26"/>
                    <a:pt x="55" y="26"/>
                    <a:pt x="55" y="26"/>
                  </a:cubicBezTo>
                  <a:cubicBezTo>
                    <a:pt x="63" y="26"/>
                    <a:pt x="63" y="26"/>
                    <a:pt x="63" y="26"/>
                  </a:cubicBezTo>
                  <a:cubicBezTo>
                    <a:pt x="61" y="46"/>
                    <a:pt x="61" y="46"/>
                    <a:pt x="61" y="46"/>
                  </a:cubicBezTo>
                  <a:cubicBezTo>
                    <a:pt x="63" y="46"/>
                    <a:pt x="63" y="46"/>
                    <a:pt x="63" y="46"/>
                  </a:cubicBezTo>
                  <a:cubicBezTo>
                    <a:pt x="63" y="50"/>
                    <a:pt x="63" y="50"/>
                    <a:pt x="63" y="50"/>
                  </a:cubicBezTo>
                  <a:close/>
                  <a:moveTo>
                    <a:pt x="55" y="46"/>
                  </a:moveTo>
                  <a:cubicBezTo>
                    <a:pt x="52" y="46"/>
                    <a:pt x="52" y="46"/>
                    <a:pt x="52" y="46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5" y="46"/>
                    <a:pt x="55" y="46"/>
                    <a:pt x="55" y="46"/>
                  </a:cubicBezTo>
                  <a:close/>
                  <a:moveTo>
                    <a:pt x="43" y="0"/>
                  </a:moveTo>
                  <a:cubicBezTo>
                    <a:pt x="54" y="0"/>
                    <a:pt x="65" y="5"/>
                    <a:pt x="72" y="12"/>
                  </a:cubicBezTo>
                  <a:cubicBezTo>
                    <a:pt x="80" y="20"/>
                    <a:pt x="84" y="30"/>
                    <a:pt x="84" y="41"/>
                  </a:cubicBezTo>
                  <a:cubicBezTo>
                    <a:pt x="84" y="53"/>
                    <a:pt x="80" y="63"/>
                    <a:pt x="72" y="71"/>
                  </a:cubicBezTo>
                  <a:cubicBezTo>
                    <a:pt x="70" y="73"/>
                    <a:pt x="68" y="75"/>
                    <a:pt x="65" y="76"/>
                  </a:cubicBezTo>
                  <a:cubicBezTo>
                    <a:pt x="65" y="75"/>
                    <a:pt x="64" y="74"/>
                    <a:pt x="63" y="73"/>
                  </a:cubicBezTo>
                  <a:cubicBezTo>
                    <a:pt x="59" y="69"/>
                    <a:pt x="59" y="69"/>
                    <a:pt x="59" y="69"/>
                  </a:cubicBezTo>
                  <a:cubicBezTo>
                    <a:pt x="61" y="68"/>
                    <a:pt x="64" y="66"/>
                    <a:pt x="66" y="64"/>
                  </a:cubicBezTo>
                  <a:cubicBezTo>
                    <a:pt x="71" y="58"/>
                    <a:pt x="75" y="50"/>
                    <a:pt x="75" y="41"/>
                  </a:cubicBezTo>
                  <a:cubicBezTo>
                    <a:pt x="75" y="33"/>
                    <a:pt x="71" y="25"/>
                    <a:pt x="66" y="19"/>
                  </a:cubicBezTo>
                  <a:cubicBezTo>
                    <a:pt x="60" y="13"/>
                    <a:pt x="52" y="10"/>
                    <a:pt x="43" y="10"/>
                  </a:cubicBezTo>
                  <a:cubicBezTo>
                    <a:pt x="39" y="10"/>
                    <a:pt x="35" y="11"/>
                    <a:pt x="31" y="12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5"/>
                    <a:pt x="28" y="4"/>
                    <a:pt x="28" y="3"/>
                  </a:cubicBezTo>
                  <a:cubicBezTo>
                    <a:pt x="33" y="1"/>
                    <a:pt x="38" y="0"/>
                    <a:pt x="43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5">
            <a:extLst>
              <a:ext uri="{FF2B5EF4-FFF2-40B4-BE49-F238E27FC236}">
                <a16:creationId xmlns:a16="http://schemas.microsoft.com/office/drawing/2014/main" id="{E30A2886-C562-DB44-9E3C-F3C9263BD0D5}"/>
              </a:ext>
            </a:extLst>
          </p:cNvPr>
          <p:cNvGrpSpPr/>
          <p:nvPr/>
        </p:nvGrpSpPr>
        <p:grpSpPr>
          <a:xfrm>
            <a:off x="866992" y="1595768"/>
            <a:ext cx="914400" cy="914400"/>
            <a:chOff x="1756116" y="1810084"/>
            <a:chExt cx="914400" cy="914400"/>
          </a:xfrm>
        </p:grpSpPr>
        <p:sp>
          <p:nvSpPr>
            <p:cNvPr id="21" name="Oval 18">
              <a:extLst>
                <a:ext uri="{FF2B5EF4-FFF2-40B4-BE49-F238E27FC236}">
                  <a16:creationId xmlns:a16="http://schemas.microsoft.com/office/drawing/2014/main" id="{1805E517-1B65-5B4D-9772-C1CCC417BDB6}"/>
                </a:ext>
              </a:extLst>
            </p:cNvPr>
            <p:cNvSpPr/>
            <p:nvPr/>
          </p:nvSpPr>
          <p:spPr>
            <a:xfrm>
              <a:off x="1756116" y="1810084"/>
              <a:ext cx="914400" cy="914400"/>
            </a:xfrm>
            <a:prstGeom prst="ellipse">
              <a:avLst/>
            </a:prstGeom>
            <a:solidFill>
              <a:srgbClr val="00A39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2" name="Freeform 25">
              <a:extLst>
                <a:ext uri="{FF2B5EF4-FFF2-40B4-BE49-F238E27FC236}">
                  <a16:creationId xmlns:a16="http://schemas.microsoft.com/office/drawing/2014/main" id="{20D34439-AEB5-4E40-B65E-112565DDE4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74965" y="2048784"/>
              <a:ext cx="276702" cy="437000"/>
            </a:xfrm>
            <a:custGeom>
              <a:avLst/>
              <a:gdLst>
                <a:gd name="T0" fmla="*/ 57 w 67"/>
                <a:gd name="T1" fmla="*/ 10 h 106"/>
                <a:gd name="T2" fmla="*/ 62 w 67"/>
                <a:gd name="T3" fmla="*/ 51 h 106"/>
                <a:gd name="T4" fmla="*/ 51 w 67"/>
                <a:gd name="T5" fmla="*/ 66 h 106"/>
                <a:gd name="T6" fmla="*/ 55 w 67"/>
                <a:gd name="T7" fmla="*/ 65 h 106"/>
                <a:gd name="T8" fmla="*/ 57 w 67"/>
                <a:gd name="T9" fmla="*/ 73 h 106"/>
                <a:gd name="T10" fmla="*/ 56 w 67"/>
                <a:gd name="T11" fmla="*/ 80 h 106"/>
                <a:gd name="T12" fmla="*/ 57 w 67"/>
                <a:gd name="T13" fmla="*/ 86 h 106"/>
                <a:gd name="T14" fmla="*/ 55 w 67"/>
                <a:gd name="T15" fmla="*/ 93 h 106"/>
                <a:gd name="T16" fmla="*/ 15 w 67"/>
                <a:gd name="T17" fmla="*/ 97 h 106"/>
                <a:gd name="T18" fmla="*/ 12 w 67"/>
                <a:gd name="T19" fmla="*/ 95 h 106"/>
                <a:gd name="T20" fmla="*/ 12 w 67"/>
                <a:gd name="T21" fmla="*/ 83 h 106"/>
                <a:gd name="T22" fmla="*/ 12 w 67"/>
                <a:gd name="T23" fmla="*/ 82 h 106"/>
                <a:gd name="T24" fmla="*/ 12 w 67"/>
                <a:gd name="T25" fmla="*/ 71 h 106"/>
                <a:gd name="T26" fmla="*/ 15 w 67"/>
                <a:gd name="T27" fmla="*/ 69 h 106"/>
                <a:gd name="T28" fmla="*/ 16 w 67"/>
                <a:gd name="T29" fmla="*/ 63 h 106"/>
                <a:gd name="T30" fmla="*/ 0 w 67"/>
                <a:gd name="T31" fmla="*/ 34 h 106"/>
                <a:gd name="T32" fmla="*/ 33 w 67"/>
                <a:gd name="T33" fmla="*/ 0 h 106"/>
                <a:gd name="T34" fmla="*/ 28 w 67"/>
                <a:gd name="T35" fmla="*/ 41 h 106"/>
                <a:gd name="T36" fmla="*/ 30 w 67"/>
                <a:gd name="T37" fmla="*/ 39 h 106"/>
                <a:gd name="T38" fmla="*/ 33 w 67"/>
                <a:gd name="T39" fmla="*/ 41 h 106"/>
                <a:gd name="T40" fmla="*/ 36 w 67"/>
                <a:gd name="T41" fmla="*/ 39 h 106"/>
                <a:gd name="T42" fmla="*/ 39 w 67"/>
                <a:gd name="T43" fmla="*/ 41 h 106"/>
                <a:gd name="T44" fmla="*/ 43 w 67"/>
                <a:gd name="T45" fmla="*/ 38 h 106"/>
                <a:gd name="T46" fmla="*/ 39 w 67"/>
                <a:gd name="T47" fmla="*/ 52 h 106"/>
                <a:gd name="T48" fmla="*/ 44 w 67"/>
                <a:gd name="T49" fmla="*/ 66 h 106"/>
                <a:gd name="T50" fmla="*/ 44 w 67"/>
                <a:gd name="T51" fmla="*/ 58 h 106"/>
                <a:gd name="T52" fmla="*/ 56 w 67"/>
                <a:gd name="T53" fmla="*/ 47 h 106"/>
                <a:gd name="T54" fmla="*/ 52 w 67"/>
                <a:gd name="T55" fmla="*/ 15 h 106"/>
                <a:gd name="T56" fmla="*/ 15 w 67"/>
                <a:gd name="T57" fmla="*/ 15 h 106"/>
                <a:gd name="T58" fmla="*/ 11 w 67"/>
                <a:gd name="T59" fmla="*/ 48 h 106"/>
                <a:gd name="T60" fmla="*/ 23 w 67"/>
                <a:gd name="T61" fmla="*/ 59 h 106"/>
                <a:gd name="T62" fmla="*/ 23 w 67"/>
                <a:gd name="T63" fmla="*/ 67 h 106"/>
                <a:gd name="T64" fmla="*/ 29 w 67"/>
                <a:gd name="T65" fmla="*/ 52 h 106"/>
                <a:gd name="T66" fmla="*/ 25 w 67"/>
                <a:gd name="T67" fmla="*/ 38 h 106"/>
                <a:gd name="T68" fmla="*/ 40 w 67"/>
                <a:gd name="T69" fmla="*/ 43 h 106"/>
                <a:gd name="T70" fmla="*/ 36 w 67"/>
                <a:gd name="T71" fmla="*/ 42 h 106"/>
                <a:gd name="T72" fmla="*/ 30 w 67"/>
                <a:gd name="T73" fmla="*/ 42 h 106"/>
                <a:gd name="T74" fmla="*/ 27 w 67"/>
                <a:gd name="T75" fmla="*/ 42 h 106"/>
                <a:gd name="T76" fmla="*/ 32 w 67"/>
                <a:gd name="T77" fmla="*/ 51 h 106"/>
                <a:gd name="T78" fmla="*/ 32 w 67"/>
                <a:gd name="T79" fmla="*/ 67 h 106"/>
                <a:gd name="T80" fmla="*/ 35 w 67"/>
                <a:gd name="T81" fmla="*/ 51 h 106"/>
                <a:gd name="T82" fmla="*/ 35 w 67"/>
                <a:gd name="T83" fmla="*/ 50 h 106"/>
                <a:gd name="T84" fmla="*/ 43 w 67"/>
                <a:gd name="T85" fmla="*/ 96 h 106"/>
                <a:gd name="T86" fmla="*/ 34 w 67"/>
                <a:gd name="T87" fmla="*/ 106 h 106"/>
                <a:gd name="T88" fmla="*/ 43 w 67"/>
                <a:gd name="T89" fmla="*/ 96 h 106"/>
                <a:gd name="T90" fmla="*/ 17 w 67"/>
                <a:gd name="T91" fmla="*/ 88 h 106"/>
                <a:gd name="T92" fmla="*/ 17 w 67"/>
                <a:gd name="T93" fmla="*/ 90 h 106"/>
                <a:gd name="T94" fmla="*/ 50 w 67"/>
                <a:gd name="T95" fmla="*/ 86 h 106"/>
                <a:gd name="T96" fmla="*/ 50 w 67"/>
                <a:gd name="T97" fmla="*/ 73 h 106"/>
                <a:gd name="T98" fmla="*/ 17 w 67"/>
                <a:gd name="T99" fmla="*/ 77 h 106"/>
                <a:gd name="T100" fmla="*/ 50 w 67"/>
                <a:gd name="T101" fmla="*/ 74 h 106"/>
                <a:gd name="T102" fmla="*/ 50 w 67"/>
                <a:gd name="T103" fmla="*/ 7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7" h="106">
                  <a:moveTo>
                    <a:pt x="33" y="0"/>
                  </a:moveTo>
                  <a:cubicBezTo>
                    <a:pt x="43" y="0"/>
                    <a:pt x="51" y="4"/>
                    <a:pt x="57" y="10"/>
                  </a:cubicBezTo>
                  <a:cubicBezTo>
                    <a:pt x="63" y="16"/>
                    <a:pt x="67" y="25"/>
                    <a:pt x="67" y="34"/>
                  </a:cubicBezTo>
                  <a:cubicBezTo>
                    <a:pt x="67" y="40"/>
                    <a:pt x="65" y="46"/>
                    <a:pt x="62" y="51"/>
                  </a:cubicBezTo>
                  <a:cubicBezTo>
                    <a:pt x="59" y="56"/>
                    <a:pt x="56" y="59"/>
                    <a:pt x="51" y="62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53" y="66"/>
                    <a:pt x="53" y="66"/>
                    <a:pt x="53" y="66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57" y="70"/>
                    <a:pt x="57" y="72"/>
                    <a:pt x="57" y="73"/>
                  </a:cubicBezTo>
                  <a:cubicBezTo>
                    <a:pt x="57" y="75"/>
                    <a:pt x="57" y="77"/>
                    <a:pt x="56" y="79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7" y="82"/>
                    <a:pt x="57" y="84"/>
                    <a:pt x="57" y="86"/>
                  </a:cubicBezTo>
                  <a:cubicBezTo>
                    <a:pt x="57" y="88"/>
                    <a:pt x="57" y="90"/>
                    <a:pt x="56" y="92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7"/>
                    <a:pt x="13" y="97"/>
                    <a:pt x="13" y="97"/>
                  </a:cubicBezTo>
                  <a:cubicBezTo>
                    <a:pt x="12" y="95"/>
                    <a:pt x="12" y="95"/>
                    <a:pt x="12" y="95"/>
                  </a:cubicBezTo>
                  <a:cubicBezTo>
                    <a:pt x="11" y="93"/>
                    <a:pt x="11" y="91"/>
                    <a:pt x="10" y="90"/>
                  </a:cubicBezTo>
                  <a:cubicBezTo>
                    <a:pt x="10" y="88"/>
                    <a:pt x="11" y="86"/>
                    <a:pt x="12" y="83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12" y="82"/>
                    <a:pt x="12" y="82"/>
                    <a:pt x="12" y="82"/>
                  </a:cubicBezTo>
                  <a:cubicBezTo>
                    <a:pt x="11" y="81"/>
                    <a:pt x="11" y="79"/>
                    <a:pt x="10" y="77"/>
                  </a:cubicBezTo>
                  <a:cubicBezTo>
                    <a:pt x="10" y="75"/>
                    <a:pt x="11" y="73"/>
                    <a:pt x="12" y="71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1" y="60"/>
                    <a:pt x="7" y="56"/>
                    <a:pt x="5" y="51"/>
                  </a:cubicBezTo>
                  <a:cubicBezTo>
                    <a:pt x="2" y="46"/>
                    <a:pt x="0" y="40"/>
                    <a:pt x="0" y="34"/>
                  </a:cubicBezTo>
                  <a:cubicBezTo>
                    <a:pt x="0" y="25"/>
                    <a:pt x="4" y="16"/>
                    <a:pt x="10" y="10"/>
                  </a:cubicBezTo>
                  <a:cubicBezTo>
                    <a:pt x="16" y="4"/>
                    <a:pt x="24" y="0"/>
                    <a:pt x="33" y="0"/>
                  </a:cubicBezTo>
                  <a:close/>
                  <a:moveTo>
                    <a:pt x="26" y="40"/>
                  </a:moveTo>
                  <a:cubicBezTo>
                    <a:pt x="27" y="41"/>
                    <a:pt x="27" y="41"/>
                    <a:pt x="28" y="41"/>
                  </a:cubicBezTo>
                  <a:cubicBezTo>
                    <a:pt x="28" y="41"/>
                    <a:pt x="29" y="41"/>
                    <a:pt x="30" y="40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2" y="41"/>
                    <a:pt x="33" y="41"/>
                  </a:cubicBezTo>
                  <a:cubicBezTo>
                    <a:pt x="34" y="41"/>
                    <a:pt x="35" y="41"/>
                    <a:pt x="35" y="40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1"/>
                    <a:pt x="38" y="41"/>
                    <a:pt x="39" y="41"/>
                  </a:cubicBezTo>
                  <a:cubicBezTo>
                    <a:pt x="40" y="41"/>
                    <a:pt x="41" y="41"/>
                    <a:pt x="42" y="40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0" y="55"/>
                    <a:pt x="54" y="52"/>
                    <a:pt x="56" y="47"/>
                  </a:cubicBezTo>
                  <a:cubicBezTo>
                    <a:pt x="59" y="44"/>
                    <a:pt x="60" y="39"/>
                    <a:pt x="60" y="34"/>
                  </a:cubicBezTo>
                  <a:cubicBezTo>
                    <a:pt x="60" y="27"/>
                    <a:pt x="57" y="20"/>
                    <a:pt x="52" y="15"/>
                  </a:cubicBezTo>
                  <a:cubicBezTo>
                    <a:pt x="47" y="10"/>
                    <a:pt x="41" y="7"/>
                    <a:pt x="33" y="7"/>
                  </a:cubicBezTo>
                  <a:cubicBezTo>
                    <a:pt x="26" y="7"/>
                    <a:pt x="19" y="10"/>
                    <a:pt x="15" y="15"/>
                  </a:cubicBezTo>
                  <a:cubicBezTo>
                    <a:pt x="10" y="20"/>
                    <a:pt x="7" y="27"/>
                    <a:pt x="7" y="34"/>
                  </a:cubicBezTo>
                  <a:cubicBezTo>
                    <a:pt x="7" y="39"/>
                    <a:pt x="8" y="44"/>
                    <a:pt x="11" y="48"/>
                  </a:cubicBezTo>
                  <a:cubicBezTo>
                    <a:pt x="13" y="52"/>
                    <a:pt x="17" y="55"/>
                    <a:pt x="21" y="58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40"/>
                    <a:pt x="26" y="40"/>
                    <a:pt x="26" y="40"/>
                  </a:cubicBezTo>
                  <a:close/>
                  <a:moveTo>
                    <a:pt x="40" y="43"/>
                  </a:moveTo>
                  <a:cubicBezTo>
                    <a:pt x="40" y="43"/>
                    <a:pt x="40" y="43"/>
                    <a:pt x="39" y="43"/>
                  </a:cubicBezTo>
                  <a:cubicBezTo>
                    <a:pt x="38" y="43"/>
                    <a:pt x="37" y="43"/>
                    <a:pt x="36" y="42"/>
                  </a:cubicBezTo>
                  <a:cubicBezTo>
                    <a:pt x="35" y="42"/>
                    <a:pt x="34" y="43"/>
                    <a:pt x="33" y="43"/>
                  </a:cubicBezTo>
                  <a:cubicBezTo>
                    <a:pt x="32" y="43"/>
                    <a:pt x="31" y="42"/>
                    <a:pt x="30" y="42"/>
                  </a:cubicBezTo>
                  <a:cubicBezTo>
                    <a:pt x="29" y="42"/>
                    <a:pt x="28" y="43"/>
                    <a:pt x="28" y="43"/>
                  </a:cubicBezTo>
                  <a:cubicBezTo>
                    <a:pt x="27" y="43"/>
                    <a:pt x="27" y="43"/>
                    <a:pt x="27" y="42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40" y="43"/>
                    <a:pt x="40" y="43"/>
                    <a:pt x="40" y="43"/>
                  </a:cubicBezTo>
                  <a:close/>
                  <a:moveTo>
                    <a:pt x="43" y="96"/>
                  </a:moveTo>
                  <a:cubicBezTo>
                    <a:pt x="24" y="98"/>
                    <a:pt x="24" y="98"/>
                    <a:pt x="24" y="98"/>
                  </a:cubicBezTo>
                  <a:cubicBezTo>
                    <a:pt x="25" y="103"/>
                    <a:pt x="29" y="106"/>
                    <a:pt x="34" y="106"/>
                  </a:cubicBezTo>
                  <a:cubicBezTo>
                    <a:pt x="39" y="106"/>
                    <a:pt x="43" y="102"/>
                    <a:pt x="43" y="97"/>
                  </a:cubicBezTo>
                  <a:cubicBezTo>
                    <a:pt x="43" y="97"/>
                    <a:pt x="43" y="97"/>
                    <a:pt x="43" y="96"/>
                  </a:cubicBezTo>
                  <a:close/>
                  <a:moveTo>
                    <a:pt x="50" y="85"/>
                  </a:moveTo>
                  <a:cubicBezTo>
                    <a:pt x="17" y="88"/>
                    <a:pt x="17" y="88"/>
                    <a:pt x="17" y="88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17" y="89"/>
                    <a:pt x="17" y="90"/>
                    <a:pt x="17" y="90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50" y="86"/>
                    <a:pt x="50" y="86"/>
                  </a:cubicBezTo>
                  <a:cubicBezTo>
                    <a:pt x="50" y="86"/>
                    <a:pt x="50" y="86"/>
                    <a:pt x="50" y="85"/>
                  </a:cubicBezTo>
                  <a:close/>
                  <a:moveTo>
                    <a:pt x="50" y="73"/>
                  </a:moveTo>
                  <a:cubicBezTo>
                    <a:pt x="17" y="76"/>
                    <a:pt x="17" y="76"/>
                    <a:pt x="17" y="76"/>
                  </a:cubicBezTo>
                  <a:cubicBezTo>
                    <a:pt x="17" y="76"/>
                    <a:pt x="17" y="76"/>
                    <a:pt x="17" y="77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50" y="74"/>
                    <a:pt x="50" y="74"/>
                    <a:pt x="50" y="74"/>
                  </a:cubicBezTo>
                  <a:cubicBezTo>
                    <a:pt x="50" y="74"/>
                    <a:pt x="50" y="74"/>
                    <a:pt x="50" y="73"/>
                  </a:cubicBezTo>
                  <a:cubicBezTo>
                    <a:pt x="50" y="73"/>
                    <a:pt x="50" y="73"/>
                    <a:pt x="50" y="73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16">
            <a:extLst>
              <a:ext uri="{FF2B5EF4-FFF2-40B4-BE49-F238E27FC236}">
                <a16:creationId xmlns:a16="http://schemas.microsoft.com/office/drawing/2014/main" id="{45178B7F-3981-3144-BF28-FF0B71222F61}"/>
              </a:ext>
            </a:extLst>
          </p:cNvPr>
          <p:cNvGrpSpPr/>
          <p:nvPr/>
        </p:nvGrpSpPr>
        <p:grpSpPr>
          <a:xfrm>
            <a:off x="3189526" y="1595768"/>
            <a:ext cx="914400" cy="914400"/>
            <a:chOff x="4344572" y="1810084"/>
            <a:chExt cx="914400" cy="914400"/>
          </a:xfrm>
        </p:grpSpPr>
        <p:sp>
          <p:nvSpPr>
            <p:cNvPr id="24" name="Oval 19">
              <a:extLst>
                <a:ext uri="{FF2B5EF4-FFF2-40B4-BE49-F238E27FC236}">
                  <a16:creationId xmlns:a16="http://schemas.microsoft.com/office/drawing/2014/main" id="{A32929C6-2C6D-044A-9555-3071B425EA01}"/>
                </a:ext>
              </a:extLst>
            </p:cNvPr>
            <p:cNvSpPr/>
            <p:nvPr/>
          </p:nvSpPr>
          <p:spPr>
            <a:xfrm>
              <a:off x="4344572" y="1810084"/>
              <a:ext cx="914400" cy="914400"/>
            </a:xfrm>
            <a:prstGeom prst="ellipse">
              <a:avLst/>
            </a:prstGeom>
            <a:solidFill>
              <a:srgbClr val="82B73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A961D664-70C8-EA47-86F8-19F36EE37A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8575" y="2072638"/>
              <a:ext cx="366393" cy="389292"/>
            </a:xfrm>
            <a:custGeom>
              <a:avLst/>
              <a:gdLst>
                <a:gd name="T0" fmla="*/ 75 w 89"/>
                <a:gd name="T1" fmla="*/ 22 h 95"/>
                <a:gd name="T2" fmla="*/ 89 w 89"/>
                <a:gd name="T3" fmla="*/ 53 h 95"/>
                <a:gd name="T4" fmla="*/ 78 w 89"/>
                <a:gd name="T5" fmla="*/ 80 h 95"/>
                <a:gd name="T6" fmla="*/ 47 w 89"/>
                <a:gd name="T7" fmla="*/ 53 h 95"/>
                <a:gd name="T8" fmla="*/ 75 w 89"/>
                <a:gd name="T9" fmla="*/ 22 h 95"/>
                <a:gd name="T10" fmla="*/ 76 w 89"/>
                <a:gd name="T11" fmla="*/ 83 h 95"/>
                <a:gd name="T12" fmla="*/ 69 w 89"/>
                <a:gd name="T13" fmla="*/ 88 h 95"/>
                <a:gd name="T14" fmla="*/ 74 w 89"/>
                <a:gd name="T15" fmla="*/ 81 h 95"/>
                <a:gd name="T16" fmla="*/ 76 w 89"/>
                <a:gd name="T17" fmla="*/ 83 h 95"/>
                <a:gd name="T18" fmla="*/ 64 w 89"/>
                <a:gd name="T19" fmla="*/ 92 h 95"/>
                <a:gd name="T20" fmla="*/ 72 w 89"/>
                <a:gd name="T21" fmla="*/ 79 h 95"/>
                <a:gd name="T22" fmla="*/ 70 w 89"/>
                <a:gd name="T23" fmla="*/ 77 h 95"/>
                <a:gd name="T24" fmla="*/ 60 w 89"/>
                <a:gd name="T25" fmla="*/ 94 h 95"/>
                <a:gd name="T26" fmla="*/ 64 w 89"/>
                <a:gd name="T27" fmla="*/ 92 h 95"/>
                <a:gd name="T28" fmla="*/ 58 w 89"/>
                <a:gd name="T29" fmla="*/ 91 h 95"/>
                <a:gd name="T30" fmla="*/ 67 w 89"/>
                <a:gd name="T31" fmla="*/ 75 h 95"/>
                <a:gd name="T32" fmla="*/ 65 w 89"/>
                <a:gd name="T33" fmla="*/ 74 h 95"/>
                <a:gd name="T34" fmla="*/ 57 w 89"/>
                <a:gd name="T35" fmla="*/ 88 h 95"/>
                <a:gd name="T36" fmla="*/ 58 w 89"/>
                <a:gd name="T37" fmla="*/ 91 h 95"/>
                <a:gd name="T38" fmla="*/ 56 w 89"/>
                <a:gd name="T39" fmla="*/ 84 h 95"/>
                <a:gd name="T40" fmla="*/ 63 w 89"/>
                <a:gd name="T41" fmla="*/ 72 h 95"/>
                <a:gd name="T42" fmla="*/ 61 w 89"/>
                <a:gd name="T43" fmla="*/ 70 h 95"/>
                <a:gd name="T44" fmla="*/ 55 w 89"/>
                <a:gd name="T45" fmla="*/ 81 h 95"/>
                <a:gd name="T46" fmla="*/ 56 w 89"/>
                <a:gd name="T47" fmla="*/ 84 h 95"/>
                <a:gd name="T48" fmla="*/ 53 w 89"/>
                <a:gd name="T49" fmla="*/ 78 h 95"/>
                <a:gd name="T50" fmla="*/ 59 w 89"/>
                <a:gd name="T51" fmla="*/ 68 h 95"/>
                <a:gd name="T52" fmla="*/ 57 w 89"/>
                <a:gd name="T53" fmla="*/ 66 h 95"/>
                <a:gd name="T54" fmla="*/ 52 w 89"/>
                <a:gd name="T55" fmla="*/ 75 h 95"/>
                <a:gd name="T56" fmla="*/ 53 w 89"/>
                <a:gd name="T57" fmla="*/ 78 h 95"/>
                <a:gd name="T58" fmla="*/ 51 w 89"/>
                <a:gd name="T59" fmla="*/ 71 h 95"/>
                <a:gd name="T60" fmla="*/ 55 w 89"/>
                <a:gd name="T61" fmla="*/ 64 h 95"/>
                <a:gd name="T62" fmla="*/ 53 w 89"/>
                <a:gd name="T63" fmla="*/ 62 h 95"/>
                <a:gd name="T64" fmla="*/ 50 w 89"/>
                <a:gd name="T65" fmla="*/ 68 h 95"/>
                <a:gd name="T66" fmla="*/ 51 w 89"/>
                <a:gd name="T67" fmla="*/ 71 h 95"/>
                <a:gd name="T68" fmla="*/ 48 w 89"/>
                <a:gd name="T69" fmla="*/ 65 h 95"/>
                <a:gd name="T70" fmla="*/ 51 w 89"/>
                <a:gd name="T71" fmla="*/ 61 h 95"/>
                <a:gd name="T72" fmla="*/ 49 w 89"/>
                <a:gd name="T73" fmla="*/ 59 h 95"/>
                <a:gd name="T74" fmla="*/ 47 w 89"/>
                <a:gd name="T75" fmla="*/ 61 h 95"/>
                <a:gd name="T76" fmla="*/ 48 w 89"/>
                <a:gd name="T77" fmla="*/ 65 h 95"/>
                <a:gd name="T78" fmla="*/ 46 w 89"/>
                <a:gd name="T79" fmla="*/ 58 h 95"/>
                <a:gd name="T80" fmla="*/ 45 w 89"/>
                <a:gd name="T81" fmla="*/ 55 h 95"/>
                <a:gd name="T82" fmla="*/ 47 w 89"/>
                <a:gd name="T83" fmla="*/ 57 h 95"/>
                <a:gd name="T84" fmla="*/ 46 w 89"/>
                <a:gd name="T85" fmla="*/ 58 h 95"/>
                <a:gd name="T86" fmla="*/ 59 w 89"/>
                <a:gd name="T87" fmla="*/ 17 h 95"/>
                <a:gd name="T88" fmla="*/ 41 w 89"/>
                <a:gd name="T89" fmla="*/ 54 h 95"/>
                <a:gd name="T90" fmla="*/ 36 w 89"/>
                <a:gd name="T91" fmla="*/ 13 h 95"/>
                <a:gd name="T92" fmla="*/ 0 w 89"/>
                <a:gd name="T93" fmla="*/ 54 h 95"/>
                <a:gd name="T94" fmla="*/ 41 w 89"/>
                <a:gd name="T95" fmla="*/ 95 h 95"/>
                <a:gd name="T96" fmla="*/ 55 w 89"/>
                <a:gd name="T97" fmla="*/ 93 h 95"/>
                <a:gd name="T98" fmla="*/ 41 w 89"/>
                <a:gd name="T99" fmla="*/ 54 h 95"/>
                <a:gd name="T100" fmla="*/ 68 w 89"/>
                <a:gd name="T101" fmla="*/ 23 h 95"/>
                <a:gd name="T102" fmla="*/ 59 w 89"/>
                <a:gd name="T103" fmla="*/ 17 h 95"/>
                <a:gd name="T104" fmla="*/ 43 w 89"/>
                <a:gd name="T105" fmla="*/ 0 h 95"/>
                <a:gd name="T106" fmla="*/ 38 w 89"/>
                <a:gd name="T107" fmla="*/ 0 h 95"/>
                <a:gd name="T108" fmla="*/ 43 w 89"/>
                <a:gd name="T109" fmla="*/ 41 h 95"/>
                <a:gd name="T110" fmla="*/ 61 w 89"/>
                <a:gd name="T111" fmla="*/ 4 h 95"/>
                <a:gd name="T112" fmla="*/ 43 w 89"/>
                <a:gd name="T11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9" h="95">
                  <a:moveTo>
                    <a:pt x="75" y="22"/>
                  </a:moveTo>
                  <a:cubicBezTo>
                    <a:pt x="83" y="29"/>
                    <a:pt x="89" y="40"/>
                    <a:pt x="89" y="53"/>
                  </a:cubicBezTo>
                  <a:cubicBezTo>
                    <a:pt x="89" y="63"/>
                    <a:pt x="85" y="73"/>
                    <a:pt x="78" y="80"/>
                  </a:cubicBezTo>
                  <a:cubicBezTo>
                    <a:pt x="47" y="53"/>
                    <a:pt x="47" y="53"/>
                    <a:pt x="47" y="53"/>
                  </a:cubicBezTo>
                  <a:cubicBezTo>
                    <a:pt x="75" y="22"/>
                    <a:pt x="75" y="22"/>
                    <a:pt x="75" y="22"/>
                  </a:cubicBezTo>
                  <a:close/>
                  <a:moveTo>
                    <a:pt x="76" y="83"/>
                  </a:moveTo>
                  <a:cubicBezTo>
                    <a:pt x="74" y="85"/>
                    <a:pt x="72" y="87"/>
                    <a:pt x="69" y="88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6" y="83"/>
                    <a:pt x="76" y="83"/>
                    <a:pt x="76" y="83"/>
                  </a:cubicBezTo>
                  <a:close/>
                  <a:moveTo>
                    <a:pt x="64" y="92"/>
                  </a:moveTo>
                  <a:cubicBezTo>
                    <a:pt x="72" y="79"/>
                    <a:pt x="72" y="79"/>
                    <a:pt x="72" y="79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60" y="94"/>
                    <a:pt x="60" y="94"/>
                    <a:pt x="60" y="94"/>
                  </a:cubicBezTo>
                  <a:cubicBezTo>
                    <a:pt x="61" y="93"/>
                    <a:pt x="63" y="92"/>
                    <a:pt x="64" y="92"/>
                  </a:cubicBezTo>
                  <a:close/>
                  <a:moveTo>
                    <a:pt x="58" y="91"/>
                  </a:moveTo>
                  <a:cubicBezTo>
                    <a:pt x="67" y="75"/>
                    <a:pt x="67" y="75"/>
                    <a:pt x="67" y="75"/>
                  </a:cubicBezTo>
                  <a:cubicBezTo>
                    <a:pt x="65" y="74"/>
                    <a:pt x="65" y="74"/>
                    <a:pt x="65" y="74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58" y="91"/>
                    <a:pt x="58" y="91"/>
                    <a:pt x="58" y="91"/>
                  </a:cubicBezTo>
                  <a:close/>
                  <a:moveTo>
                    <a:pt x="56" y="84"/>
                  </a:moveTo>
                  <a:cubicBezTo>
                    <a:pt x="63" y="72"/>
                    <a:pt x="63" y="72"/>
                    <a:pt x="63" y="72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6" y="84"/>
                    <a:pt x="56" y="84"/>
                    <a:pt x="56" y="84"/>
                  </a:cubicBezTo>
                  <a:close/>
                  <a:moveTo>
                    <a:pt x="53" y="78"/>
                  </a:moveTo>
                  <a:cubicBezTo>
                    <a:pt x="59" y="68"/>
                    <a:pt x="59" y="68"/>
                    <a:pt x="59" y="68"/>
                  </a:cubicBezTo>
                  <a:cubicBezTo>
                    <a:pt x="57" y="66"/>
                    <a:pt x="57" y="66"/>
                    <a:pt x="57" y="66"/>
                  </a:cubicBezTo>
                  <a:cubicBezTo>
                    <a:pt x="52" y="75"/>
                    <a:pt x="52" y="75"/>
                    <a:pt x="52" y="75"/>
                  </a:cubicBezTo>
                  <a:cubicBezTo>
                    <a:pt x="53" y="78"/>
                    <a:pt x="53" y="78"/>
                    <a:pt x="53" y="78"/>
                  </a:cubicBezTo>
                  <a:close/>
                  <a:moveTo>
                    <a:pt x="51" y="71"/>
                  </a:moveTo>
                  <a:cubicBezTo>
                    <a:pt x="55" y="64"/>
                    <a:pt x="55" y="64"/>
                    <a:pt x="55" y="64"/>
                  </a:cubicBezTo>
                  <a:cubicBezTo>
                    <a:pt x="53" y="62"/>
                    <a:pt x="53" y="62"/>
                    <a:pt x="53" y="62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51" y="71"/>
                    <a:pt x="51" y="71"/>
                    <a:pt x="51" y="71"/>
                  </a:cubicBezTo>
                  <a:close/>
                  <a:moveTo>
                    <a:pt x="48" y="65"/>
                  </a:moveTo>
                  <a:cubicBezTo>
                    <a:pt x="51" y="61"/>
                    <a:pt x="51" y="61"/>
                    <a:pt x="51" y="61"/>
                  </a:cubicBezTo>
                  <a:cubicBezTo>
                    <a:pt x="49" y="59"/>
                    <a:pt x="49" y="59"/>
                    <a:pt x="49" y="59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48" y="65"/>
                    <a:pt x="48" y="65"/>
                    <a:pt x="48" y="65"/>
                  </a:cubicBezTo>
                  <a:close/>
                  <a:moveTo>
                    <a:pt x="46" y="58"/>
                  </a:moveTo>
                  <a:cubicBezTo>
                    <a:pt x="45" y="55"/>
                    <a:pt x="45" y="55"/>
                    <a:pt x="45" y="55"/>
                  </a:cubicBezTo>
                  <a:cubicBezTo>
                    <a:pt x="47" y="57"/>
                    <a:pt x="47" y="57"/>
                    <a:pt x="47" y="57"/>
                  </a:cubicBezTo>
                  <a:cubicBezTo>
                    <a:pt x="46" y="58"/>
                    <a:pt x="46" y="58"/>
                    <a:pt x="46" y="58"/>
                  </a:cubicBezTo>
                  <a:close/>
                  <a:moveTo>
                    <a:pt x="59" y="17"/>
                  </a:moveTo>
                  <a:cubicBezTo>
                    <a:pt x="41" y="54"/>
                    <a:pt x="41" y="54"/>
                    <a:pt x="41" y="54"/>
                  </a:cubicBezTo>
                  <a:cubicBezTo>
                    <a:pt x="41" y="54"/>
                    <a:pt x="38" y="28"/>
                    <a:pt x="36" y="13"/>
                  </a:cubicBezTo>
                  <a:cubicBezTo>
                    <a:pt x="16" y="15"/>
                    <a:pt x="0" y="33"/>
                    <a:pt x="0" y="54"/>
                  </a:cubicBezTo>
                  <a:cubicBezTo>
                    <a:pt x="0" y="77"/>
                    <a:pt x="18" y="95"/>
                    <a:pt x="41" y="95"/>
                  </a:cubicBezTo>
                  <a:cubicBezTo>
                    <a:pt x="46" y="95"/>
                    <a:pt x="51" y="94"/>
                    <a:pt x="55" y="93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6" y="20"/>
                    <a:pt x="63" y="18"/>
                    <a:pt x="59" y="17"/>
                  </a:cubicBezTo>
                  <a:close/>
                  <a:moveTo>
                    <a:pt x="43" y="0"/>
                  </a:moveTo>
                  <a:cubicBezTo>
                    <a:pt x="41" y="0"/>
                    <a:pt x="40" y="0"/>
                    <a:pt x="38" y="0"/>
                  </a:cubicBezTo>
                  <a:cubicBezTo>
                    <a:pt x="40" y="15"/>
                    <a:pt x="43" y="41"/>
                    <a:pt x="43" y="41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56" y="1"/>
                    <a:pt x="49" y="0"/>
                    <a:pt x="43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6" name="Group 35">
            <a:extLst>
              <a:ext uri="{FF2B5EF4-FFF2-40B4-BE49-F238E27FC236}">
                <a16:creationId xmlns:a16="http://schemas.microsoft.com/office/drawing/2014/main" id="{DE4A6DBC-5E85-CD46-9D2F-2C8D866F5064}"/>
              </a:ext>
            </a:extLst>
          </p:cNvPr>
          <p:cNvGrpSpPr/>
          <p:nvPr/>
        </p:nvGrpSpPr>
        <p:grpSpPr>
          <a:xfrm>
            <a:off x="337089" y="2811323"/>
            <a:ext cx="1974208" cy="1082282"/>
            <a:chOff x="1041864" y="2858224"/>
            <a:chExt cx="2342903" cy="1082282"/>
          </a:xfrm>
        </p:grpSpPr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6D1C510-EAE5-FF46-8774-59B12CDAEEEB}"/>
                </a:ext>
              </a:extLst>
            </p:cNvPr>
            <p:cNvSpPr txBox="1"/>
            <p:nvPr/>
          </p:nvSpPr>
          <p:spPr>
            <a:xfrm>
              <a:off x="1144950" y="2858224"/>
              <a:ext cx="2136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dirty="0">
                  <a:solidFill>
                    <a:srgbClr val="5C5C5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云南公安大数据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433AB3BE-91C2-C348-8CE4-D01A6AC8568F}"/>
                </a:ext>
              </a:extLst>
            </p:cNvPr>
            <p:cNvSpPr txBox="1"/>
            <p:nvPr/>
          </p:nvSpPr>
          <p:spPr>
            <a:xfrm>
              <a:off x="1041864" y="3201842"/>
              <a:ext cx="23429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dirty="0">
                  <a:solidFill>
                    <a:srgbClr val="5C5C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数据集成平台</a:t>
              </a:r>
              <a:r>
                <a:rPr lang="en-US" altLang="zh-CN" sz="1400" dirty="0">
                  <a:solidFill>
                    <a:srgbClr val="5C5C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SDI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C5C5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数据服务共享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5C5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SinoESB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dirty="0">
                  <a:solidFill>
                    <a:srgbClr val="5C5C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数据治理平台</a:t>
              </a:r>
              <a:endParaRPr lang="en-US" altLang="zh-CN" sz="1400" dirty="0">
                <a:solidFill>
                  <a:srgbClr val="5C5C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9" name="Group 39">
            <a:extLst>
              <a:ext uri="{FF2B5EF4-FFF2-40B4-BE49-F238E27FC236}">
                <a16:creationId xmlns:a16="http://schemas.microsoft.com/office/drawing/2014/main" id="{7662CE11-0EDE-2D47-97AD-545424794104}"/>
              </a:ext>
            </a:extLst>
          </p:cNvPr>
          <p:cNvGrpSpPr/>
          <p:nvPr/>
        </p:nvGrpSpPr>
        <p:grpSpPr>
          <a:xfrm>
            <a:off x="2619329" y="2812088"/>
            <a:ext cx="2031325" cy="866838"/>
            <a:chOff x="3554732" y="2858224"/>
            <a:chExt cx="2494082" cy="866838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5661198-687E-9D46-8BC0-C04A8449AF5B}"/>
                </a:ext>
              </a:extLst>
            </p:cNvPr>
            <p:cNvSpPr txBox="1"/>
            <p:nvPr/>
          </p:nvSpPr>
          <p:spPr>
            <a:xfrm>
              <a:off x="3554732" y="2858224"/>
              <a:ext cx="2494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C5C5C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地址数据模糊匹配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1" name="TextBox 32">
              <a:extLst>
                <a:ext uri="{FF2B5EF4-FFF2-40B4-BE49-F238E27FC236}">
                  <a16:creationId xmlns:a16="http://schemas.microsoft.com/office/drawing/2014/main" id="{11ADB762-7009-3A43-B3DD-2B60FBF661D9}"/>
                </a:ext>
              </a:extLst>
            </p:cNvPr>
            <p:cNvSpPr txBox="1"/>
            <p:nvPr/>
          </p:nvSpPr>
          <p:spPr>
            <a:xfrm>
              <a:off x="3630318" y="3201842"/>
              <a:ext cx="23429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dirty="0">
                  <a:solidFill>
                    <a:srgbClr val="5C5C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基于</a:t>
              </a:r>
              <a:r>
                <a:rPr lang="en-US" altLang="zh-CN" sz="1400" dirty="0">
                  <a:solidFill>
                    <a:srgbClr val="5C5C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AI</a:t>
              </a:r>
              <a:r>
                <a:rPr lang="zh-CN" altLang="en-US" sz="1400" dirty="0">
                  <a:solidFill>
                    <a:srgbClr val="5C5C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实现数据智能清晰，减低人力成本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oup 40">
            <a:extLst>
              <a:ext uri="{FF2B5EF4-FFF2-40B4-BE49-F238E27FC236}">
                <a16:creationId xmlns:a16="http://schemas.microsoft.com/office/drawing/2014/main" id="{635AEABB-2977-A841-8D73-210BF6E379BC}"/>
              </a:ext>
            </a:extLst>
          </p:cNvPr>
          <p:cNvGrpSpPr/>
          <p:nvPr/>
        </p:nvGrpSpPr>
        <p:grpSpPr>
          <a:xfrm>
            <a:off x="4963482" y="2811323"/>
            <a:ext cx="2031325" cy="1082282"/>
            <a:chOff x="6018022" y="2858224"/>
            <a:chExt cx="2744421" cy="1082282"/>
          </a:xfrm>
        </p:grpSpPr>
        <p:sp>
          <p:nvSpPr>
            <p:cNvPr id="33" name="TextBox 30">
              <a:extLst>
                <a:ext uri="{FF2B5EF4-FFF2-40B4-BE49-F238E27FC236}">
                  <a16:creationId xmlns:a16="http://schemas.microsoft.com/office/drawing/2014/main" id="{4D2CF668-3CF8-EA40-A19D-DB64D1D50DC6}"/>
                </a:ext>
              </a:extLst>
            </p:cNvPr>
            <p:cNvSpPr txBox="1"/>
            <p:nvPr/>
          </p:nvSpPr>
          <p:spPr>
            <a:xfrm>
              <a:off x="6018022" y="2858224"/>
              <a:ext cx="2744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dirty="0">
                  <a:solidFill>
                    <a:srgbClr val="5C5C5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电子档案智能处理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F966C5-DBE3-0B4C-93B1-665BAE7C2F2E}"/>
                </a:ext>
              </a:extLst>
            </p:cNvPr>
            <p:cNvSpPr txBox="1"/>
            <p:nvPr/>
          </p:nvSpPr>
          <p:spPr>
            <a:xfrm>
              <a:off x="6067541" y="3201842"/>
              <a:ext cx="258251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dirty="0">
                  <a:solidFill>
                    <a:srgbClr val="5C5C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实现电子档案职能分类，电子档案</a:t>
              </a:r>
              <a:r>
                <a:rPr lang="en-US" altLang="zh-CN" sz="1400" dirty="0">
                  <a:solidFill>
                    <a:srgbClr val="5C5C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OCR</a:t>
              </a:r>
              <a:r>
                <a:rPr lang="zh-CN" altLang="en-US" sz="1400" dirty="0">
                  <a:solidFill>
                    <a:srgbClr val="5C5C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识别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oup 41">
            <a:extLst>
              <a:ext uri="{FF2B5EF4-FFF2-40B4-BE49-F238E27FC236}">
                <a16:creationId xmlns:a16="http://schemas.microsoft.com/office/drawing/2014/main" id="{1FA07464-8FB1-D74C-9BB9-5862EA668D88}"/>
              </a:ext>
            </a:extLst>
          </p:cNvPr>
          <p:cNvGrpSpPr/>
          <p:nvPr/>
        </p:nvGrpSpPr>
        <p:grpSpPr>
          <a:xfrm>
            <a:off x="7254958" y="2812088"/>
            <a:ext cx="2087624" cy="1082282"/>
            <a:chOff x="8671449" y="2858224"/>
            <a:chExt cx="2614480" cy="1082282"/>
          </a:xfrm>
        </p:grpSpPr>
        <p:sp>
          <p:nvSpPr>
            <p:cNvPr id="36" name="TextBox 31">
              <a:extLst>
                <a:ext uri="{FF2B5EF4-FFF2-40B4-BE49-F238E27FC236}">
                  <a16:creationId xmlns:a16="http://schemas.microsoft.com/office/drawing/2014/main" id="{79E6F7EC-2DC9-C84C-B2AE-9A7D0F6B88CB}"/>
                </a:ext>
              </a:extLst>
            </p:cNvPr>
            <p:cNvSpPr txBox="1"/>
            <p:nvPr/>
          </p:nvSpPr>
          <p:spPr>
            <a:xfrm>
              <a:off x="8671449" y="2858224"/>
              <a:ext cx="2614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dirty="0">
                  <a:solidFill>
                    <a:srgbClr val="5C5C5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违法违规人员分析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7" name="TextBox 34">
              <a:extLst>
                <a:ext uri="{FF2B5EF4-FFF2-40B4-BE49-F238E27FC236}">
                  <a16:creationId xmlns:a16="http://schemas.microsoft.com/office/drawing/2014/main" id="{03034759-F0C5-0945-ABE0-D17E20C8ED68}"/>
                </a:ext>
              </a:extLst>
            </p:cNvPr>
            <p:cNvSpPr txBox="1"/>
            <p:nvPr/>
          </p:nvSpPr>
          <p:spPr>
            <a:xfrm>
              <a:off x="8807232" y="3201842"/>
              <a:ext cx="23429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dirty="0">
                  <a:solidFill>
                    <a:srgbClr val="5C5C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基于</a:t>
              </a:r>
              <a:r>
                <a:rPr lang="en-US" altLang="zh-CN" sz="1400" dirty="0">
                  <a:solidFill>
                    <a:srgbClr val="5C5C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AI</a:t>
              </a:r>
              <a:r>
                <a:rPr lang="zh-CN" altLang="en-US" sz="1400" dirty="0">
                  <a:solidFill>
                    <a:srgbClr val="5C5C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实现人物画像，实现违法违规人员的预判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C5C5C"/>
                  </a:solidFill>
                  <a:effectLst/>
                  <a:uLnTx/>
                  <a:uFillTx/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Arial" panose="020B0604020202020204" pitchFamily="34" charset="0"/>
                </a:rPr>
                <a:t>.</a:t>
              </a:r>
            </a:p>
          </p:txBody>
        </p:sp>
      </p:grpSp>
      <p:cxnSp>
        <p:nvCxnSpPr>
          <p:cNvPr id="38" name="Straight Connector 36">
            <a:extLst>
              <a:ext uri="{FF2B5EF4-FFF2-40B4-BE49-F238E27FC236}">
                <a16:creationId xmlns:a16="http://schemas.microsoft.com/office/drawing/2014/main" id="{06DFD6EC-F67B-8846-AA52-1827C44D908D}"/>
              </a:ext>
            </a:extLst>
          </p:cNvPr>
          <p:cNvCxnSpPr/>
          <p:nvPr/>
        </p:nvCxnSpPr>
        <p:spPr>
          <a:xfrm>
            <a:off x="2485459" y="2099767"/>
            <a:ext cx="0" cy="2035838"/>
          </a:xfrm>
          <a:prstGeom prst="line">
            <a:avLst/>
          </a:prstGeom>
          <a:noFill/>
          <a:ln w="6350" cap="flat" cmpd="sng" algn="ctr">
            <a:solidFill>
              <a:srgbClr val="44546A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cxnSp>
        <p:nvCxnSpPr>
          <p:cNvPr id="39" name="Straight Connector 37">
            <a:extLst>
              <a:ext uri="{FF2B5EF4-FFF2-40B4-BE49-F238E27FC236}">
                <a16:creationId xmlns:a16="http://schemas.microsoft.com/office/drawing/2014/main" id="{BFCE3276-3A4C-1145-8B9A-D5ADB8FA4FBC}"/>
              </a:ext>
            </a:extLst>
          </p:cNvPr>
          <p:cNvCxnSpPr/>
          <p:nvPr/>
        </p:nvCxnSpPr>
        <p:spPr>
          <a:xfrm>
            <a:off x="4807993" y="2099767"/>
            <a:ext cx="0" cy="2035838"/>
          </a:xfrm>
          <a:prstGeom prst="line">
            <a:avLst/>
          </a:prstGeom>
          <a:noFill/>
          <a:ln w="6350" cap="flat" cmpd="sng" algn="ctr">
            <a:solidFill>
              <a:srgbClr val="44546A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cxnSp>
        <p:nvCxnSpPr>
          <p:cNvPr id="40" name="Straight Connector 38">
            <a:extLst>
              <a:ext uri="{FF2B5EF4-FFF2-40B4-BE49-F238E27FC236}">
                <a16:creationId xmlns:a16="http://schemas.microsoft.com/office/drawing/2014/main" id="{4632B788-12E8-0045-A263-4FC464B1CCD8}"/>
              </a:ext>
            </a:extLst>
          </p:cNvPr>
          <p:cNvCxnSpPr/>
          <p:nvPr/>
        </p:nvCxnSpPr>
        <p:spPr>
          <a:xfrm>
            <a:off x="7130527" y="2099767"/>
            <a:ext cx="0" cy="2035838"/>
          </a:xfrm>
          <a:prstGeom prst="line">
            <a:avLst/>
          </a:prstGeom>
          <a:noFill/>
          <a:ln w="6350" cap="flat" cmpd="sng" algn="ctr">
            <a:solidFill>
              <a:srgbClr val="44546A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cxnSp>
        <p:nvCxnSpPr>
          <p:cNvPr id="44" name="Straight Connector 38">
            <a:extLst>
              <a:ext uri="{FF2B5EF4-FFF2-40B4-BE49-F238E27FC236}">
                <a16:creationId xmlns:a16="http://schemas.microsoft.com/office/drawing/2014/main" id="{71F3D43C-069B-AA4B-81BF-6A51222C4693}"/>
              </a:ext>
            </a:extLst>
          </p:cNvPr>
          <p:cNvCxnSpPr/>
          <p:nvPr/>
        </p:nvCxnSpPr>
        <p:spPr>
          <a:xfrm>
            <a:off x="9453061" y="2099767"/>
            <a:ext cx="0" cy="2035838"/>
          </a:xfrm>
          <a:prstGeom prst="line">
            <a:avLst/>
          </a:prstGeom>
          <a:noFill/>
          <a:ln w="6350" cap="flat" cmpd="sng" algn="ctr">
            <a:solidFill>
              <a:srgbClr val="44546A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grpSp>
        <p:nvGrpSpPr>
          <p:cNvPr id="45" name="Group 41">
            <a:extLst>
              <a:ext uri="{FF2B5EF4-FFF2-40B4-BE49-F238E27FC236}">
                <a16:creationId xmlns:a16="http://schemas.microsoft.com/office/drawing/2014/main" id="{04519505-B91C-2D41-B11B-51FFF47C2C1D}"/>
              </a:ext>
            </a:extLst>
          </p:cNvPr>
          <p:cNvGrpSpPr/>
          <p:nvPr/>
        </p:nvGrpSpPr>
        <p:grpSpPr>
          <a:xfrm>
            <a:off x="9671968" y="2812088"/>
            <a:ext cx="1870774" cy="866838"/>
            <a:chOff x="8807232" y="2858224"/>
            <a:chExt cx="2342903" cy="866838"/>
          </a:xfrm>
        </p:grpSpPr>
        <p:sp>
          <p:nvSpPr>
            <p:cNvPr id="46" name="TextBox 31">
              <a:extLst>
                <a:ext uri="{FF2B5EF4-FFF2-40B4-BE49-F238E27FC236}">
                  <a16:creationId xmlns:a16="http://schemas.microsoft.com/office/drawing/2014/main" id="{D9DE290B-75ED-6044-95B9-18A452201DCA}"/>
                </a:ext>
              </a:extLst>
            </p:cNvPr>
            <p:cNvSpPr txBox="1"/>
            <p:nvPr/>
          </p:nvSpPr>
          <p:spPr>
            <a:xfrm>
              <a:off x="8995791" y="2858224"/>
              <a:ext cx="1965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dirty="0">
                  <a:solidFill>
                    <a:srgbClr val="5C5C5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 panose="020B0604020202020204" pitchFamily="34" charset="0"/>
                </a:rPr>
                <a:t>医保报销预测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34">
              <a:extLst>
                <a:ext uri="{FF2B5EF4-FFF2-40B4-BE49-F238E27FC236}">
                  <a16:creationId xmlns:a16="http://schemas.microsoft.com/office/drawing/2014/main" id="{CE2102F3-14EC-5446-B989-2FABE22CCC03}"/>
                </a:ext>
              </a:extLst>
            </p:cNvPr>
            <p:cNvSpPr txBox="1"/>
            <p:nvPr/>
          </p:nvSpPr>
          <p:spPr>
            <a:xfrm>
              <a:off x="8807232" y="3201842"/>
              <a:ext cx="23429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dirty="0">
                  <a:solidFill>
                    <a:srgbClr val="5C5C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预测医保报销的趋势，提供决策依据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38884FE9-E324-6A43-BD23-43AF94761A5A}"/>
              </a:ext>
            </a:extLst>
          </p:cNvPr>
          <p:cNvSpPr txBox="1"/>
          <p:nvPr/>
        </p:nvSpPr>
        <p:spPr>
          <a:xfrm>
            <a:off x="2593647" y="5610776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rgbClr val="FCFC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在业务场景中，结合大数据和人工智能技术，让数据体现价值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52" name="Group 6">
            <a:extLst>
              <a:ext uri="{FF2B5EF4-FFF2-40B4-BE49-F238E27FC236}">
                <a16:creationId xmlns:a16="http://schemas.microsoft.com/office/drawing/2014/main" id="{5C7B1CE5-12B4-BF45-A6C2-C3A6B7C5D09D}"/>
              </a:ext>
            </a:extLst>
          </p:cNvPr>
          <p:cNvGrpSpPr/>
          <p:nvPr/>
        </p:nvGrpSpPr>
        <p:grpSpPr>
          <a:xfrm>
            <a:off x="10157128" y="1595768"/>
            <a:ext cx="900455" cy="917926"/>
            <a:chOff x="5487467" y="3242097"/>
            <a:chExt cx="1217066" cy="1217066"/>
          </a:xfrm>
        </p:grpSpPr>
        <p:sp>
          <p:nvSpPr>
            <p:cNvPr id="53" name="Oval 57">
              <a:extLst>
                <a:ext uri="{FF2B5EF4-FFF2-40B4-BE49-F238E27FC236}">
                  <a16:creationId xmlns:a16="http://schemas.microsoft.com/office/drawing/2014/main" id="{B68EFD74-5AB6-414E-93B0-1735F0ACCF7C}"/>
                </a:ext>
              </a:extLst>
            </p:cNvPr>
            <p:cNvSpPr/>
            <p:nvPr/>
          </p:nvSpPr>
          <p:spPr>
            <a:xfrm>
              <a:off x="5487467" y="3242097"/>
              <a:ext cx="1217066" cy="1217066"/>
            </a:xfrm>
            <a:prstGeom prst="ellipse">
              <a:avLst/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" name="Freeform 63">
              <a:extLst>
                <a:ext uri="{FF2B5EF4-FFF2-40B4-BE49-F238E27FC236}">
                  <a16:creationId xmlns:a16="http://schemas.microsoft.com/office/drawing/2014/main" id="{B476BC42-C41C-AA40-865B-F22EA3741F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62422" y="3626092"/>
              <a:ext cx="468733" cy="466426"/>
            </a:xfrm>
            <a:custGeom>
              <a:avLst/>
              <a:gdLst>
                <a:gd name="T0" fmla="*/ 6 w 94"/>
                <a:gd name="T1" fmla="*/ 28 h 94"/>
                <a:gd name="T2" fmla="*/ 32 w 94"/>
                <a:gd name="T3" fmla="*/ 4 h 94"/>
                <a:gd name="T4" fmla="*/ 67 w 94"/>
                <a:gd name="T5" fmla="*/ 6 h 94"/>
                <a:gd name="T6" fmla="*/ 90 w 94"/>
                <a:gd name="T7" fmla="*/ 32 h 94"/>
                <a:gd name="T8" fmla="*/ 88 w 94"/>
                <a:gd name="T9" fmla="*/ 67 h 94"/>
                <a:gd name="T10" fmla="*/ 88 w 94"/>
                <a:gd name="T11" fmla="*/ 67 h 94"/>
                <a:gd name="T12" fmla="*/ 62 w 94"/>
                <a:gd name="T13" fmla="*/ 90 h 94"/>
                <a:gd name="T14" fmla="*/ 27 w 94"/>
                <a:gd name="T15" fmla="*/ 89 h 94"/>
                <a:gd name="T16" fmla="*/ 27 w 94"/>
                <a:gd name="T17" fmla="*/ 89 h 94"/>
                <a:gd name="T18" fmla="*/ 4 w 94"/>
                <a:gd name="T19" fmla="*/ 62 h 94"/>
                <a:gd name="T20" fmla="*/ 6 w 94"/>
                <a:gd name="T21" fmla="*/ 28 h 94"/>
                <a:gd name="T22" fmla="*/ 6 w 94"/>
                <a:gd name="T23" fmla="*/ 28 h 94"/>
                <a:gd name="T24" fmla="*/ 20 w 94"/>
                <a:gd name="T25" fmla="*/ 27 h 94"/>
                <a:gd name="T26" fmla="*/ 16 w 94"/>
                <a:gd name="T27" fmla="*/ 32 h 94"/>
                <a:gd name="T28" fmla="*/ 16 w 94"/>
                <a:gd name="T29" fmla="*/ 32 h 94"/>
                <a:gd name="T30" fmla="*/ 15 w 94"/>
                <a:gd name="T31" fmla="*/ 35 h 94"/>
                <a:gd name="T32" fmla="*/ 36 w 94"/>
                <a:gd name="T33" fmla="*/ 37 h 94"/>
                <a:gd name="T34" fmla="*/ 34 w 94"/>
                <a:gd name="T35" fmla="*/ 40 h 94"/>
                <a:gd name="T36" fmla="*/ 32 w 94"/>
                <a:gd name="T37" fmla="*/ 45 h 94"/>
                <a:gd name="T38" fmla="*/ 13 w 94"/>
                <a:gd name="T39" fmla="*/ 53 h 94"/>
                <a:gd name="T40" fmla="*/ 15 w 94"/>
                <a:gd name="T41" fmla="*/ 59 h 94"/>
                <a:gd name="T42" fmla="*/ 15 w 94"/>
                <a:gd name="T43" fmla="*/ 59 h 94"/>
                <a:gd name="T44" fmla="*/ 16 w 94"/>
                <a:gd name="T45" fmla="*/ 60 h 94"/>
                <a:gd name="T46" fmla="*/ 29 w 94"/>
                <a:gd name="T47" fmla="*/ 54 h 94"/>
                <a:gd name="T48" fmla="*/ 26 w 94"/>
                <a:gd name="T49" fmla="*/ 74 h 94"/>
                <a:gd name="T50" fmla="*/ 32 w 94"/>
                <a:gd name="T51" fmla="*/ 78 h 94"/>
                <a:gd name="T52" fmla="*/ 32 w 94"/>
                <a:gd name="T53" fmla="*/ 78 h 94"/>
                <a:gd name="T54" fmla="*/ 33 w 94"/>
                <a:gd name="T55" fmla="*/ 79 h 94"/>
                <a:gd name="T56" fmla="*/ 34 w 94"/>
                <a:gd name="T57" fmla="*/ 78 h 94"/>
                <a:gd name="T58" fmla="*/ 36 w 94"/>
                <a:gd name="T59" fmla="*/ 55 h 94"/>
                <a:gd name="T60" fmla="*/ 48 w 94"/>
                <a:gd name="T61" fmla="*/ 67 h 94"/>
                <a:gd name="T62" fmla="*/ 60 w 94"/>
                <a:gd name="T63" fmla="*/ 79 h 94"/>
                <a:gd name="T64" fmla="*/ 65 w 94"/>
                <a:gd name="T65" fmla="*/ 77 h 94"/>
                <a:gd name="T66" fmla="*/ 66 w 94"/>
                <a:gd name="T67" fmla="*/ 74 h 94"/>
                <a:gd name="T68" fmla="*/ 54 w 94"/>
                <a:gd name="T69" fmla="*/ 62 h 94"/>
                <a:gd name="T70" fmla="*/ 39 w 94"/>
                <a:gd name="T71" fmla="*/ 48 h 94"/>
                <a:gd name="T72" fmla="*/ 41 w 94"/>
                <a:gd name="T73" fmla="*/ 43 h 94"/>
                <a:gd name="T74" fmla="*/ 43 w 94"/>
                <a:gd name="T75" fmla="*/ 39 h 94"/>
                <a:gd name="T76" fmla="*/ 49 w 94"/>
                <a:gd name="T77" fmla="*/ 42 h 94"/>
                <a:gd name="T78" fmla="*/ 77 w 94"/>
                <a:gd name="T79" fmla="*/ 64 h 94"/>
                <a:gd name="T80" fmla="*/ 78 w 94"/>
                <a:gd name="T81" fmla="*/ 62 h 94"/>
                <a:gd name="T82" fmla="*/ 78 w 94"/>
                <a:gd name="T83" fmla="*/ 62 h 94"/>
                <a:gd name="T84" fmla="*/ 80 w 94"/>
                <a:gd name="T85" fmla="*/ 56 h 94"/>
                <a:gd name="T86" fmla="*/ 53 w 94"/>
                <a:gd name="T87" fmla="*/ 35 h 94"/>
                <a:gd name="T88" fmla="*/ 47 w 94"/>
                <a:gd name="T89" fmla="*/ 32 h 94"/>
                <a:gd name="T90" fmla="*/ 50 w 94"/>
                <a:gd name="T91" fmla="*/ 28 h 94"/>
                <a:gd name="T92" fmla="*/ 56 w 94"/>
                <a:gd name="T93" fmla="*/ 30 h 94"/>
                <a:gd name="T94" fmla="*/ 74 w 94"/>
                <a:gd name="T95" fmla="*/ 28 h 94"/>
                <a:gd name="T96" fmla="*/ 71 w 94"/>
                <a:gd name="T97" fmla="*/ 23 h 94"/>
                <a:gd name="T98" fmla="*/ 70 w 94"/>
                <a:gd name="T99" fmla="*/ 22 h 94"/>
                <a:gd name="T100" fmla="*/ 58 w 94"/>
                <a:gd name="T101" fmla="*/ 23 h 94"/>
                <a:gd name="T102" fmla="*/ 55 w 94"/>
                <a:gd name="T103" fmla="*/ 22 h 94"/>
                <a:gd name="T104" fmla="*/ 62 w 94"/>
                <a:gd name="T105" fmla="*/ 16 h 94"/>
                <a:gd name="T106" fmla="*/ 53 w 94"/>
                <a:gd name="T107" fmla="*/ 14 h 94"/>
                <a:gd name="T108" fmla="*/ 49 w 94"/>
                <a:gd name="T109" fmla="*/ 18 h 94"/>
                <a:gd name="T110" fmla="*/ 43 w 94"/>
                <a:gd name="T111" fmla="*/ 13 h 94"/>
                <a:gd name="T112" fmla="*/ 37 w 94"/>
                <a:gd name="T113" fmla="*/ 15 h 94"/>
                <a:gd name="T114" fmla="*/ 35 w 94"/>
                <a:gd name="T115" fmla="*/ 16 h 94"/>
                <a:gd name="T116" fmla="*/ 44 w 94"/>
                <a:gd name="T117" fmla="*/ 24 h 94"/>
                <a:gd name="T118" fmla="*/ 40 w 94"/>
                <a:gd name="T119" fmla="*/ 30 h 94"/>
                <a:gd name="T120" fmla="*/ 20 w 94"/>
                <a:gd name="T1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4" h="94">
                  <a:moveTo>
                    <a:pt x="6" y="28"/>
                  </a:moveTo>
                  <a:cubicBezTo>
                    <a:pt x="11" y="16"/>
                    <a:pt x="21" y="8"/>
                    <a:pt x="32" y="4"/>
                  </a:cubicBezTo>
                  <a:cubicBezTo>
                    <a:pt x="43" y="0"/>
                    <a:pt x="56" y="1"/>
                    <a:pt x="67" y="6"/>
                  </a:cubicBezTo>
                  <a:cubicBezTo>
                    <a:pt x="78" y="12"/>
                    <a:pt x="86" y="21"/>
                    <a:pt x="90" y="32"/>
                  </a:cubicBezTo>
                  <a:cubicBezTo>
                    <a:pt x="94" y="43"/>
                    <a:pt x="94" y="56"/>
                    <a:pt x="88" y="67"/>
                  </a:cubicBezTo>
                  <a:cubicBezTo>
                    <a:pt x="88" y="67"/>
                    <a:pt x="88" y="67"/>
                    <a:pt x="88" y="67"/>
                  </a:cubicBezTo>
                  <a:cubicBezTo>
                    <a:pt x="83" y="78"/>
                    <a:pt x="73" y="87"/>
                    <a:pt x="62" y="90"/>
                  </a:cubicBezTo>
                  <a:cubicBezTo>
                    <a:pt x="51" y="94"/>
                    <a:pt x="39" y="94"/>
                    <a:pt x="27" y="89"/>
                  </a:cubicBezTo>
                  <a:cubicBezTo>
                    <a:pt x="27" y="89"/>
                    <a:pt x="27" y="89"/>
                    <a:pt x="27" y="89"/>
                  </a:cubicBezTo>
                  <a:cubicBezTo>
                    <a:pt x="16" y="83"/>
                    <a:pt x="8" y="73"/>
                    <a:pt x="4" y="62"/>
                  </a:cubicBezTo>
                  <a:cubicBezTo>
                    <a:pt x="0" y="51"/>
                    <a:pt x="1" y="39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lose/>
                  <a:moveTo>
                    <a:pt x="20" y="27"/>
                  </a:moveTo>
                  <a:cubicBezTo>
                    <a:pt x="18" y="29"/>
                    <a:pt x="17" y="30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3"/>
                    <a:pt x="15" y="34"/>
                    <a:pt x="15" y="35"/>
                  </a:cubicBezTo>
                  <a:cubicBezTo>
                    <a:pt x="21" y="34"/>
                    <a:pt x="28" y="34"/>
                    <a:pt x="36" y="37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3" y="42"/>
                    <a:pt x="32" y="43"/>
                    <a:pt x="32" y="45"/>
                  </a:cubicBezTo>
                  <a:cubicBezTo>
                    <a:pt x="26" y="45"/>
                    <a:pt x="20" y="47"/>
                    <a:pt x="13" y="53"/>
                  </a:cubicBezTo>
                  <a:cubicBezTo>
                    <a:pt x="14" y="55"/>
                    <a:pt x="14" y="57"/>
                    <a:pt x="15" y="59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21" y="56"/>
                    <a:pt x="25" y="54"/>
                    <a:pt x="29" y="54"/>
                  </a:cubicBezTo>
                  <a:cubicBezTo>
                    <a:pt x="27" y="61"/>
                    <a:pt x="26" y="68"/>
                    <a:pt x="26" y="74"/>
                  </a:cubicBezTo>
                  <a:cubicBezTo>
                    <a:pt x="28" y="76"/>
                    <a:pt x="30" y="77"/>
                    <a:pt x="32" y="78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8"/>
                    <a:pt x="33" y="78"/>
                    <a:pt x="33" y="79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3" y="72"/>
                    <a:pt x="34" y="64"/>
                    <a:pt x="36" y="55"/>
                  </a:cubicBezTo>
                  <a:cubicBezTo>
                    <a:pt x="41" y="58"/>
                    <a:pt x="44" y="62"/>
                    <a:pt x="48" y="67"/>
                  </a:cubicBezTo>
                  <a:cubicBezTo>
                    <a:pt x="52" y="71"/>
                    <a:pt x="56" y="76"/>
                    <a:pt x="60" y="79"/>
                  </a:cubicBezTo>
                  <a:cubicBezTo>
                    <a:pt x="62" y="78"/>
                    <a:pt x="63" y="78"/>
                    <a:pt x="65" y="77"/>
                  </a:cubicBezTo>
                  <a:cubicBezTo>
                    <a:pt x="66" y="74"/>
                    <a:pt x="66" y="74"/>
                    <a:pt x="66" y="74"/>
                  </a:cubicBezTo>
                  <a:cubicBezTo>
                    <a:pt x="62" y="71"/>
                    <a:pt x="58" y="67"/>
                    <a:pt x="54" y="62"/>
                  </a:cubicBezTo>
                  <a:cubicBezTo>
                    <a:pt x="49" y="56"/>
                    <a:pt x="44" y="51"/>
                    <a:pt x="39" y="48"/>
                  </a:cubicBezTo>
                  <a:cubicBezTo>
                    <a:pt x="40" y="46"/>
                    <a:pt x="40" y="45"/>
                    <a:pt x="41" y="43"/>
                  </a:cubicBezTo>
                  <a:cubicBezTo>
                    <a:pt x="42" y="42"/>
                    <a:pt x="42" y="40"/>
                    <a:pt x="43" y="39"/>
                  </a:cubicBezTo>
                  <a:cubicBezTo>
                    <a:pt x="45" y="40"/>
                    <a:pt x="47" y="41"/>
                    <a:pt x="49" y="42"/>
                  </a:cubicBezTo>
                  <a:cubicBezTo>
                    <a:pt x="61" y="47"/>
                    <a:pt x="71" y="55"/>
                    <a:pt x="77" y="64"/>
                  </a:cubicBezTo>
                  <a:cubicBezTo>
                    <a:pt x="77" y="63"/>
                    <a:pt x="78" y="63"/>
                    <a:pt x="78" y="62"/>
                  </a:cubicBezTo>
                  <a:cubicBezTo>
                    <a:pt x="78" y="62"/>
                    <a:pt x="78" y="62"/>
                    <a:pt x="78" y="62"/>
                  </a:cubicBezTo>
                  <a:cubicBezTo>
                    <a:pt x="79" y="60"/>
                    <a:pt x="80" y="58"/>
                    <a:pt x="80" y="56"/>
                  </a:cubicBezTo>
                  <a:cubicBezTo>
                    <a:pt x="74" y="47"/>
                    <a:pt x="63" y="40"/>
                    <a:pt x="53" y="35"/>
                  </a:cubicBezTo>
                  <a:cubicBezTo>
                    <a:pt x="51" y="34"/>
                    <a:pt x="49" y="33"/>
                    <a:pt x="47" y="32"/>
                  </a:cubicBezTo>
                  <a:cubicBezTo>
                    <a:pt x="48" y="31"/>
                    <a:pt x="49" y="29"/>
                    <a:pt x="50" y="28"/>
                  </a:cubicBezTo>
                  <a:cubicBezTo>
                    <a:pt x="52" y="29"/>
                    <a:pt x="54" y="30"/>
                    <a:pt x="56" y="30"/>
                  </a:cubicBezTo>
                  <a:cubicBezTo>
                    <a:pt x="66" y="32"/>
                    <a:pt x="73" y="28"/>
                    <a:pt x="74" y="28"/>
                  </a:cubicBezTo>
                  <a:cubicBezTo>
                    <a:pt x="71" y="23"/>
                    <a:pt x="71" y="23"/>
                    <a:pt x="71" y="23"/>
                  </a:cubicBezTo>
                  <a:cubicBezTo>
                    <a:pt x="71" y="22"/>
                    <a:pt x="70" y="22"/>
                    <a:pt x="70" y="22"/>
                  </a:cubicBezTo>
                  <a:cubicBezTo>
                    <a:pt x="68" y="22"/>
                    <a:pt x="63" y="24"/>
                    <a:pt x="58" y="23"/>
                  </a:cubicBezTo>
                  <a:cubicBezTo>
                    <a:pt x="57" y="23"/>
                    <a:pt x="56" y="22"/>
                    <a:pt x="55" y="22"/>
                  </a:cubicBezTo>
                  <a:cubicBezTo>
                    <a:pt x="57" y="20"/>
                    <a:pt x="60" y="18"/>
                    <a:pt x="62" y="16"/>
                  </a:cubicBezTo>
                  <a:cubicBezTo>
                    <a:pt x="59" y="15"/>
                    <a:pt x="56" y="14"/>
                    <a:pt x="53" y="14"/>
                  </a:cubicBezTo>
                  <a:cubicBezTo>
                    <a:pt x="52" y="15"/>
                    <a:pt x="50" y="16"/>
                    <a:pt x="49" y="18"/>
                  </a:cubicBezTo>
                  <a:cubicBezTo>
                    <a:pt x="47" y="16"/>
                    <a:pt x="45" y="15"/>
                    <a:pt x="43" y="13"/>
                  </a:cubicBezTo>
                  <a:cubicBezTo>
                    <a:pt x="41" y="14"/>
                    <a:pt x="39" y="14"/>
                    <a:pt x="37" y="15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35" y="16"/>
                    <a:pt x="39" y="20"/>
                    <a:pt x="44" y="24"/>
                  </a:cubicBezTo>
                  <a:cubicBezTo>
                    <a:pt x="42" y="26"/>
                    <a:pt x="41" y="28"/>
                    <a:pt x="40" y="30"/>
                  </a:cubicBezTo>
                  <a:cubicBezTo>
                    <a:pt x="33" y="28"/>
                    <a:pt x="26" y="27"/>
                    <a:pt x="20" y="27"/>
                  </a:cubicBezTo>
                  <a:close/>
                </a:path>
              </a:pathLst>
            </a:custGeom>
            <a:solidFill>
              <a:srgbClr val="E7E6E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64084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B04DE-6778-4C48-817B-AB5711C5C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案例：</a:t>
            </a:r>
            <a:r>
              <a:rPr lang="zh-CN" altLang="en-US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地址数据模糊转换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54F959-25F1-9642-8C31-C5CDD3F79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463" y="1052513"/>
            <a:ext cx="5426471" cy="5216525"/>
          </a:xfrm>
        </p:spPr>
        <p:txBody>
          <a:bodyPr/>
          <a:lstStyle/>
          <a:p>
            <a:pPr marL="0" lvl="0" indent="0" defTabSz="121917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场景如下：某政府单位的综合治税数据来自于各政府单位，也有来自于互联网。但数据中“地址”是一个重要因素，决定了数据的归属，但地址数据经常出现不完整，或错别字等情况。之前税务单位对无法自动分类的数据通过人工一个个打标识，工作量大，效率低，容易出错。</a:t>
            </a:r>
            <a:endParaRPr lang="en-US" altLang="zh-CN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lvl="0" indent="0" defTabSz="121917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问题看似简单，但一直难以得到很好的解决。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ADEE08-1E8F-9D48-BD45-99655FD02397}"/>
              </a:ext>
            </a:extLst>
          </p:cNvPr>
          <p:cNvSpPr/>
          <p:nvPr/>
        </p:nvSpPr>
        <p:spPr>
          <a:xfrm>
            <a:off x="7176495" y="1052513"/>
            <a:ext cx="3888639" cy="4628161"/>
          </a:xfrm>
          <a:prstGeom prst="rect">
            <a:avLst/>
          </a:prstGeom>
          <a:ln w="3810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58265DD4-C98A-AA47-9A13-530FFA7E616C}"/>
              </a:ext>
            </a:extLst>
          </p:cNvPr>
          <p:cNvSpPr/>
          <p:nvPr/>
        </p:nvSpPr>
        <p:spPr>
          <a:xfrm>
            <a:off x="8167108" y="1660029"/>
            <a:ext cx="1767513" cy="609600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训练数据集</a:t>
            </a:r>
            <a:endParaRPr 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927568E6-FBE1-0249-9811-F38D3ED09F6F}"/>
              </a:ext>
            </a:extLst>
          </p:cNvPr>
          <p:cNvSpPr/>
          <p:nvPr/>
        </p:nvSpPr>
        <p:spPr>
          <a:xfrm>
            <a:off x="8281655" y="2926155"/>
            <a:ext cx="1538417" cy="586556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学习算法</a:t>
            </a:r>
            <a:endParaRPr 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913BB7B8-2DDA-1543-BC32-33EFCD9C928C}"/>
              </a:ext>
            </a:extLst>
          </p:cNvPr>
          <p:cNvSpPr/>
          <p:nvPr/>
        </p:nvSpPr>
        <p:spPr>
          <a:xfrm>
            <a:off x="8669865" y="4063393"/>
            <a:ext cx="762000" cy="586556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en-US" sz="20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DD458B6C-FEC7-794F-A4BD-07F89BC11F6B}"/>
              </a:ext>
            </a:extLst>
          </p:cNvPr>
          <p:cNvSpPr txBox="1"/>
          <p:nvPr/>
        </p:nvSpPr>
        <p:spPr>
          <a:xfrm>
            <a:off x="7176496" y="3941170"/>
            <a:ext cx="9906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地址数据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5814ABA0-54A8-104B-9E9C-353BE5553C57}"/>
              </a:ext>
            </a:extLst>
          </p:cNvPr>
          <p:cNvSpPr txBox="1"/>
          <p:nvPr/>
        </p:nvSpPr>
        <p:spPr>
          <a:xfrm>
            <a:off x="9617335" y="3941169"/>
            <a:ext cx="14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乡镇街道编码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Straight Arrow Connector 11">
            <a:extLst>
              <a:ext uri="{FF2B5EF4-FFF2-40B4-BE49-F238E27FC236}">
                <a16:creationId xmlns:a16="http://schemas.microsoft.com/office/drawing/2014/main" id="{F2BCF9CF-03D7-4A42-A2AC-83603B1F199C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9050864" y="2269629"/>
            <a:ext cx="1" cy="656526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2">
            <a:extLst>
              <a:ext uri="{FF2B5EF4-FFF2-40B4-BE49-F238E27FC236}">
                <a16:creationId xmlns:a16="http://schemas.microsoft.com/office/drawing/2014/main" id="{8E0E1E89-D685-6946-B5C1-47F189F6B7B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9050864" y="3512711"/>
            <a:ext cx="1" cy="550682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5">
            <a:extLst>
              <a:ext uri="{FF2B5EF4-FFF2-40B4-BE49-F238E27FC236}">
                <a16:creationId xmlns:a16="http://schemas.microsoft.com/office/drawing/2014/main" id="{8EC60099-72C0-BE4D-B127-1269EDA5879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8045836" y="4356668"/>
            <a:ext cx="624029" cy="3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8">
            <a:extLst>
              <a:ext uri="{FF2B5EF4-FFF2-40B4-BE49-F238E27FC236}">
                <a16:creationId xmlns:a16="http://schemas.microsoft.com/office/drawing/2014/main" id="{BCAB372E-D157-9043-A087-657793AE66F5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9431865" y="4356668"/>
            <a:ext cx="502756" cy="3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97285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1E739-ECC1-F64B-80ED-E44240B9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案例成果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66C33E-2FA1-1E4B-B8C1-028664353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269" y="4558825"/>
            <a:ext cx="3937759" cy="20047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单圆角矩形 4">
            <a:extLst>
              <a:ext uri="{FF2B5EF4-FFF2-40B4-BE49-F238E27FC236}">
                <a16:creationId xmlns:a16="http://schemas.microsoft.com/office/drawing/2014/main" id="{A35CD20B-2565-6640-9AFB-A072E7893B6A}"/>
              </a:ext>
            </a:extLst>
          </p:cNvPr>
          <p:cNvSpPr/>
          <p:nvPr/>
        </p:nvSpPr>
        <p:spPr>
          <a:xfrm>
            <a:off x="7469313" y="1109609"/>
            <a:ext cx="3441842" cy="1959226"/>
          </a:xfrm>
          <a:prstGeom prst="round1Rect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0D7C97-5F56-074C-8B66-6388A6F25094}"/>
              </a:ext>
            </a:extLst>
          </p:cNvPr>
          <p:cNvSpPr txBox="1"/>
          <p:nvPr/>
        </p:nvSpPr>
        <p:spPr>
          <a:xfrm>
            <a:off x="7736441" y="1420482"/>
            <a:ext cx="3010328" cy="1422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该功能已经融入到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产品转换模型中，可以直接使用。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6CBD2A4-42CC-0C42-B35A-F32A1F64B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04" y="2736922"/>
            <a:ext cx="3927865" cy="18219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D30B732-843C-A74F-B469-279D24DD2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699" y="725714"/>
            <a:ext cx="4505927" cy="2125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D6811AC-38BA-ED42-865F-0AE720D7C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125" y="4710054"/>
            <a:ext cx="3074425" cy="17022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CCD3AB6-F294-CE4A-A338-47E93CB243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028" y="2059553"/>
            <a:ext cx="7646240" cy="2885231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21901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00842-BF45-4C42-8543-A20A656F1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公共技术研发中心</a:t>
            </a:r>
            <a:r>
              <a:rPr kumimoji="1" lang="en-US" altLang="zh-CN" dirty="0"/>
              <a:t>-</a:t>
            </a:r>
            <a:r>
              <a:rPr kumimoji="1" lang="zh-CN" altLang="en-US" dirty="0"/>
              <a:t>研发产品介绍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C2DE01-976A-334C-A0D3-092B5B9AC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218" y="821957"/>
            <a:ext cx="7685399" cy="35108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096FD8B-A309-7B4D-B11E-B553907E6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485" y="1669980"/>
            <a:ext cx="1961905" cy="15238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32E0E00-59CC-0541-B32E-C5ACD7FFF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6218" y="4232006"/>
            <a:ext cx="7677415" cy="260127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F7407B0-4F10-D041-A05E-52EDF6738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390" y="1721501"/>
            <a:ext cx="1961905" cy="11343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3C6BE11-AFC5-AF45-83E1-41AC5FC655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4562" y="1737200"/>
            <a:ext cx="1961084" cy="3613479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7F63D557-A8E0-F342-AC94-B39712268313}"/>
              </a:ext>
            </a:extLst>
          </p:cNvPr>
          <p:cNvGrpSpPr/>
          <p:nvPr/>
        </p:nvGrpSpPr>
        <p:grpSpPr>
          <a:xfrm>
            <a:off x="8068734" y="1721501"/>
            <a:ext cx="1803386" cy="1747965"/>
            <a:chOff x="5297594" y="1631888"/>
            <a:chExt cx="1803386" cy="1747965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7B71019B-9260-1A40-B5C0-48E15E6887C4}"/>
                </a:ext>
              </a:extLst>
            </p:cNvPr>
            <p:cNvGrpSpPr/>
            <p:nvPr/>
          </p:nvGrpSpPr>
          <p:grpSpPr>
            <a:xfrm>
              <a:off x="5300980" y="1631888"/>
              <a:ext cx="1800000" cy="1425573"/>
              <a:chOff x="5300980" y="1631888"/>
              <a:chExt cx="1800000" cy="1425573"/>
            </a:xfrm>
          </p:grpSpPr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AEF8CCD6-27B0-5E49-AD36-62ECD12F8A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00980" y="1631888"/>
                <a:ext cx="1800000" cy="1114286"/>
              </a:xfrm>
              <a:prstGeom prst="rect">
                <a:avLst/>
              </a:prstGeom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92FEE4FC-88AA-B443-9BA7-BF54CC413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18791" y="2745118"/>
                <a:ext cx="1782189" cy="312343"/>
              </a:xfrm>
              <a:prstGeom prst="rect">
                <a:avLst/>
              </a:prstGeom>
            </p:spPr>
          </p:pic>
        </p:grp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C96355EC-6232-B74A-9409-94164C2839A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297594" y="3057460"/>
              <a:ext cx="1803386" cy="322393"/>
            </a:xfrm>
            <a:prstGeom prst="rect">
              <a:avLst/>
            </a:prstGeom>
          </p:spPr>
        </p:pic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23AC34FA-2695-5A4D-8888-14F8A62295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3216" y="821957"/>
            <a:ext cx="1687196" cy="138070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E2674F4-D971-E344-B380-33EFA4C16BA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3216" y="2337729"/>
            <a:ext cx="1688692" cy="138192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3DEC37F-F903-384D-805B-407C34A1071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883" y="3850405"/>
            <a:ext cx="1680025" cy="137483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2A0EDF4-CDB2-6445-AB14-F1B2651BE26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294" y="5333884"/>
            <a:ext cx="1663614" cy="136140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111A7C7-3C07-5843-9851-9CC3AA693EA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23" y="831824"/>
            <a:ext cx="1664693" cy="136228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F793CA3-3253-A041-8501-2A4F342D7A7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98" y="2339653"/>
            <a:ext cx="1686341" cy="138000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5F93F96-5128-4744-84ED-1E7AAD1F8C0C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05" y="3841088"/>
            <a:ext cx="1691411" cy="138415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2D1A263-A238-8B48-8C5C-C0B488198DE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04" y="5322510"/>
            <a:ext cx="1691411" cy="138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3219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88B4F7-E1FF-FE4F-83A9-D39E9249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我们</a:t>
            </a:r>
            <a:r>
              <a:rPr kumimoji="1" lang="en-US" altLang="zh-CN" dirty="0"/>
              <a:t>2018</a:t>
            </a:r>
            <a:r>
              <a:rPr kumimoji="1" lang="zh-CN" altLang="en-US" dirty="0"/>
              <a:t>年获得的荣誉</a:t>
            </a:r>
          </a:p>
        </p:txBody>
      </p:sp>
      <p:pic>
        <p:nvPicPr>
          <p:cNvPr id="6" name="图片 59" descr="rId6">
            <a:extLst>
              <a:ext uri="{FF2B5EF4-FFF2-40B4-BE49-F238E27FC236}">
                <a16:creationId xmlns:a16="http://schemas.microsoft.com/office/drawing/2014/main" id="{029CD05A-9CDC-DA48-AB27-E98459728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043238"/>
            <a:ext cx="2851150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Freeform 5">
            <a:extLst>
              <a:ext uri="{FF2B5EF4-FFF2-40B4-BE49-F238E27FC236}">
                <a16:creationId xmlns:a16="http://schemas.microsoft.com/office/drawing/2014/main" id="{B1144CB6-2E46-AC42-8A4E-6DC4973EF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825" y="5399088"/>
            <a:ext cx="1081088" cy="955675"/>
          </a:xfrm>
          <a:custGeom>
            <a:avLst/>
            <a:gdLst>
              <a:gd name="T0" fmla="*/ 0 w 681"/>
              <a:gd name="T1" fmla="*/ 0 h 602"/>
              <a:gd name="T2" fmla="*/ 2147483646 w 681"/>
              <a:gd name="T3" fmla="*/ 0 h 602"/>
              <a:gd name="T4" fmla="*/ 2147483646 w 681"/>
              <a:gd name="T5" fmla="*/ 2147483646 h 602"/>
              <a:gd name="T6" fmla="*/ 0 w 681"/>
              <a:gd name="T7" fmla="*/ 2147483646 h 602"/>
              <a:gd name="T8" fmla="*/ 2147483646 w 681"/>
              <a:gd name="T9" fmla="*/ 2147483646 h 602"/>
              <a:gd name="T10" fmla="*/ 0 w 681"/>
              <a:gd name="T11" fmla="*/ 0 h 602"/>
              <a:gd name="T12" fmla="*/ 0 w 681"/>
              <a:gd name="T13" fmla="*/ 0 h 6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81"/>
              <a:gd name="T22" fmla="*/ 0 h 602"/>
              <a:gd name="T23" fmla="*/ 681 w 681"/>
              <a:gd name="T24" fmla="*/ 602 h 6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81" h="602">
                <a:moveTo>
                  <a:pt x="0" y="0"/>
                </a:moveTo>
                <a:lnTo>
                  <a:pt x="681" y="0"/>
                </a:lnTo>
                <a:lnTo>
                  <a:pt x="681" y="602"/>
                </a:lnTo>
                <a:lnTo>
                  <a:pt x="0" y="602"/>
                </a:lnTo>
                <a:lnTo>
                  <a:pt x="183" y="304"/>
                </a:lnTo>
                <a:lnTo>
                  <a:pt x="0" y="0"/>
                </a:lnTo>
                <a:close/>
              </a:path>
            </a:pathLst>
          </a:custGeom>
          <a:solidFill>
            <a:srgbClr val="4BAEE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00C16300-F71C-8A48-BACF-2C7B7C79F5F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700713" y="5465763"/>
            <a:ext cx="998537" cy="25400"/>
          </a:xfrm>
          <a:custGeom>
            <a:avLst/>
            <a:gdLst>
              <a:gd name="T0" fmla="*/ 2147483646 w 120"/>
              <a:gd name="T1" fmla="*/ 0 h 3"/>
              <a:gd name="T2" fmla="*/ 2147483646 w 120"/>
              <a:gd name="T3" fmla="*/ 0 h 3"/>
              <a:gd name="T4" fmla="*/ 2147483646 w 120"/>
              <a:gd name="T5" fmla="*/ 2147483646 h 3"/>
              <a:gd name="T6" fmla="*/ 2147483646 w 120"/>
              <a:gd name="T7" fmla="*/ 2147483646 h 3"/>
              <a:gd name="T8" fmla="*/ 2147483646 w 120"/>
              <a:gd name="T9" fmla="*/ 2147483646 h 3"/>
              <a:gd name="T10" fmla="*/ 2147483646 w 120"/>
              <a:gd name="T11" fmla="*/ 2147483646 h 3"/>
              <a:gd name="T12" fmla="*/ 0 w 120"/>
              <a:gd name="T13" fmla="*/ 2147483646 h 3"/>
              <a:gd name="T14" fmla="*/ 0 w 120"/>
              <a:gd name="T15" fmla="*/ 2147483646 h 3"/>
              <a:gd name="T16" fmla="*/ 2147483646 w 120"/>
              <a:gd name="T17" fmla="*/ 0 h 3"/>
              <a:gd name="T18" fmla="*/ 2147483646 w 120"/>
              <a:gd name="T19" fmla="*/ 0 h 3"/>
              <a:gd name="T20" fmla="*/ 2147483646 w 120"/>
              <a:gd name="T21" fmla="*/ 0 h 3"/>
              <a:gd name="T22" fmla="*/ 2147483646 w 120"/>
              <a:gd name="T23" fmla="*/ 2147483646 h 3"/>
              <a:gd name="T24" fmla="*/ 2147483646 w 120"/>
              <a:gd name="T25" fmla="*/ 2147483646 h 3"/>
              <a:gd name="T26" fmla="*/ 2147483646 w 120"/>
              <a:gd name="T27" fmla="*/ 2147483646 h 3"/>
              <a:gd name="T28" fmla="*/ 2147483646 w 120"/>
              <a:gd name="T29" fmla="*/ 2147483646 h 3"/>
              <a:gd name="T30" fmla="*/ 2147483646 w 120"/>
              <a:gd name="T31" fmla="*/ 2147483646 h 3"/>
              <a:gd name="T32" fmla="*/ 2147483646 w 120"/>
              <a:gd name="T33" fmla="*/ 2147483646 h 3"/>
              <a:gd name="T34" fmla="*/ 2147483646 w 120"/>
              <a:gd name="T35" fmla="*/ 0 h 3"/>
              <a:gd name="T36" fmla="*/ 2147483646 w 120"/>
              <a:gd name="T37" fmla="*/ 0 h 3"/>
              <a:gd name="T38" fmla="*/ 2147483646 w 120"/>
              <a:gd name="T39" fmla="*/ 0 h 3"/>
              <a:gd name="T40" fmla="*/ 2147483646 w 120"/>
              <a:gd name="T41" fmla="*/ 2147483646 h 3"/>
              <a:gd name="T42" fmla="*/ 2147483646 w 120"/>
              <a:gd name="T43" fmla="*/ 2147483646 h 3"/>
              <a:gd name="T44" fmla="*/ 2147483646 w 120"/>
              <a:gd name="T45" fmla="*/ 2147483646 h 3"/>
              <a:gd name="T46" fmla="*/ 2147483646 w 120"/>
              <a:gd name="T47" fmla="*/ 2147483646 h 3"/>
              <a:gd name="T48" fmla="*/ 2147483646 w 120"/>
              <a:gd name="T49" fmla="*/ 2147483646 h 3"/>
              <a:gd name="T50" fmla="*/ 2147483646 w 120"/>
              <a:gd name="T51" fmla="*/ 2147483646 h 3"/>
              <a:gd name="T52" fmla="*/ 2147483646 w 120"/>
              <a:gd name="T53" fmla="*/ 0 h 3"/>
              <a:gd name="T54" fmla="*/ 2147483646 w 120"/>
              <a:gd name="T55" fmla="*/ 0 h 3"/>
              <a:gd name="T56" fmla="*/ 2147483646 w 120"/>
              <a:gd name="T57" fmla="*/ 0 h 3"/>
              <a:gd name="T58" fmla="*/ 2147483646 w 120"/>
              <a:gd name="T59" fmla="*/ 2147483646 h 3"/>
              <a:gd name="T60" fmla="*/ 2147483646 w 120"/>
              <a:gd name="T61" fmla="*/ 2147483646 h 3"/>
              <a:gd name="T62" fmla="*/ 2147483646 w 120"/>
              <a:gd name="T63" fmla="*/ 2147483646 h 3"/>
              <a:gd name="T64" fmla="*/ 2147483646 w 120"/>
              <a:gd name="T65" fmla="*/ 2147483646 h 3"/>
              <a:gd name="T66" fmla="*/ 2147483646 w 120"/>
              <a:gd name="T67" fmla="*/ 2147483646 h 3"/>
              <a:gd name="T68" fmla="*/ 2147483646 w 120"/>
              <a:gd name="T69" fmla="*/ 2147483646 h 3"/>
              <a:gd name="T70" fmla="*/ 2147483646 w 120"/>
              <a:gd name="T71" fmla="*/ 0 h 3"/>
              <a:gd name="T72" fmla="*/ 2147483646 w 120"/>
              <a:gd name="T73" fmla="*/ 0 h 3"/>
              <a:gd name="T74" fmla="*/ 2147483646 w 120"/>
              <a:gd name="T75" fmla="*/ 0 h 3"/>
              <a:gd name="T76" fmla="*/ 2147483646 w 120"/>
              <a:gd name="T77" fmla="*/ 2147483646 h 3"/>
              <a:gd name="T78" fmla="*/ 2147483646 w 120"/>
              <a:gd name="T79" fmla="*/ 2147483646 h 3"/>
              <a:gd name="T80" fmla="*/ 2147483646 w 120"/>
              <a:gd name="T81" fmla="*/ 2147483646 h 3"/>
              <a:gd name="T82" fmla="*/ 2147483646 w 120"/>
              <a:gd name="T83" fmla="*/ 2147483646 h 3"/>
              <a:gd name="T84" fmla="*/ 2147483646 w 120"/>
              <a:gd name="T85" fmla="*/ 2147483646 h 3"/>
              <a:gd name="T86" fmla="*/ 2147483646 w 120"/>
              <a:gd name="T87" fmla="*/ 2147483646 h 3"/>
              <a:gd name="T88" fmla="*/ 2147483646 w 120"/>
              <a:gd name="T89" fmla="*/ 0 h 3"/>
              <a:gd name="T90" fmla="*/ 2147483646 w 120"/>
              <a:gd name="T91" fmla="*/ 0 h 3"/>
              <a:gd name="T92" fmla="*/ 2147483646 w 120"/>
              <a:gd name="T93" fmla="*/ 0 h 3"/>
              <a:gd name="T94" fmla="*/ 2147483646 w 120"/>
              <a:gd name="T95" fmla="*/ 2147483646 h 3"/>
              <a:gd name="T96" fmla="*/ 2147483646 w 120"/>
              <a:gd name="T97" fmla="*/ 2147483646 h 3"/>
              <a:gd name="T98" fmla="*/ 2147483646 w 120"/>
              <a:gd name="T99" fmla="*/ 2147483646 h 3"/>
              <a:gd name="T100" fmla="*/ 2147483646 w 120"/>
              <a:gd name="T101" fmla="*/ 2147483646 h 3"/>
              <a:gd name="T102" fmla="*/ 2147483646 w 120"/>
              <a:gd name="T103" fmla="*/ 2147483646 h 3"/>
              <a:gd name="T104" fmla="*/ 2147483646 w 120"/>
              <a:gd name="T105" fmla="*/ 2147483646 h 3"/>
              <a:gd name="T106" fmla="*/ 2147483646 w 120"/>
              <a:gd name="T107" fmla="*/ 0 h 3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120"/>
              <a:gd name="T163" fmla="*/ 0 h 3"/>
              <a:gd name="T164" fmla="*/ 120 w 120"/>
              <a:gd name="T165" fmla="*/ 3 h 3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120" h="3">
                <a:moveTo>
                  <a:pt x="1" y="0"/>
                </a:moveTo>
                <a:cubicBezTo>
                  <a:pt x="5" y="0"/>
                  <a:pt x="9" y="0"/>
                  <a:pt x="13" y="0"/>
                </a:cubicBezTo>
                <a:cubicBezTo>
                  <a:pt x="14" y="0"/>
                  <a:pt x="15" y="0"/>
                  <a:pt x="15" y="1"/>
                </a:cubicBezTo>
                <a:cubicBezTo>
                  <a:pt x="15" y="1"/>
                  <a:pt x="15" y="1"/>
                  <a:pt x="15" y="1"/>
                </a:cubicBezTo>
                <a:cubicBezTo>
                  <a:pt x="15" y="2"/>
                  <a:pt x="14" y="3"/>
                  <a:pt x="13" y="3"/>
                </a:cubicBezTo>
                <a:cubicBezTo>
                  <a:pt x="9" y="3"/>
                  <a:pt x="5" y="3"/>
                  <a:pt x="1" y="3"/>
                </a:cubicBezTo>
                <a:cubicBezTo>
                  <a:pt x="0" y="3"/>
                  <a:pt x="0" y="2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1" y="0"/>
                </a:cubicBezTo>
                <a:close/>
                <a:moveTo>
                  <a:pt x="22" y="0"/>
                </a:moveTo>
                <a:cubicBezTo>
                  <a:pt x="26" y="0"/>
                  <a:pt x="30" y="0"/>
                  <a:pt x="34" y="0"/>
                </a:cubicBezTo>
                <a:cubicBezTo>
                  <a:pt x="35" y="0"/>
                  <a:pt x="36" y="0"/>
                  <a:pt x="36" y="1"/>
                </a:cubicBezTo>
                <a:cubicBezTo>
                  <a:pt x="36" y="1"/>
                  <a:pt x="36" y="1"/>
                  <a:pt x="36" y="1"/>
                </a:cubicBezTo>
                <a:cubicBezTo>
                  <a:pt x="36" y="2"/>
                  <a:pt x="35" y="3"/>
                  <a:pt x="34" y="3"/>
                </a:cubicBezTo>
                <a:cubicBezTo>
                  <a:pt x="30" y="3"/>
                  <a:pt x="26" y="3"/>
                  <a:pt x="22" y="3"/>
                </a:cubicBezTo>
                <a:cubicBezTo>
                  <a:pt x="21" y="3"/>
                  <a:pt x="21" y="2"/>
                  <a:pt x="21" y="1"/>
                </a:cubicBezTo>
                <a:cubicBezTo>
                  <a:pt x="21" y="1"/>
                  <a:pt x="21" y="1"/>
                  <a:pt x="21" y="1"/>
                </a:cubicBezTo>
                <a:cubicBezTo>
                  <a:pt x="21" y="0"/>
                  <a:pt x="21" y="0"/>
                  <a:pt x="22" y="0"/>
                </a:cubicBezTo>
                <a:close/>
                <a:moveTo>
                  <a:pt x="43" y="0"/>
                </a:moveTo>
                <a:cubicBezTo>
                  <a:pt x="47" y="0"/>
                  <a:pt x="51" y="0"/>
                  <a:pt x="55" y="0"/>
                </a:cubicBezTo>
                <a:cubicBezTo>
                  <a:pt x="56" y="0"/>
                  <a:pt x="57" y="0"/>
                  <a:pt x="57" y="1"/>
                </a:cubicBezTo>
                <a:cubicBezTo>
                  <a:pt x="57" y="1"/>
                  <a:pt x="57" y="1"/>
                  <a:pt x="57" y="1"/>
                </a:cubicBezTo>
                <a:cubicBezTo>
                  <a:pt x="57" y="2"/>
                  <a:pt x="56" y="3"/>
                  <a:pt x="55" y="3"/>
                </a:cubicBezTo>
                <a:cubicBezTo>
                  <a:pt x="51" y="3"/>
                  <a:pt x="47" y="3"/>
                  <a:pt x="43" y="3"/>
                </a:cubicBezTo>
                <a:cubicBezTo>
                  <a:pt x="42" y="3"/>
                  <a:pt x="42" y="2"/>
                  <a:pt x="42" y="1"/>
                </a:cubicBezTo>
                <a:cubicBezTo>
                  <a:pt x="42" y="1"/>
                  <a:pt x="42" y="1"/>
                  <a:pt x="42" y="1"/>
                </a:cubicBezTo>
                <a:cubicBezTo>
                  <a:pt x="42" y="0"/>
                  <a:pt x="42" y="0"/>
                  <a:pt x="43" y="0"/>
                </a:cubicBezTo>
                <a:close/>
                <a:moveTo>
                  <a:pt x="64" y="0"/>
                </a:moveTo>
                <a:cubicBezTo>
                  <a:pt x="68" y="0"/>
                  <a:pt x="72" y="0"/>
                  <a:pt x="76" y="0"/>
                </a:cubicBezTo>
                <a:cubicBezTo>
                  <a:pt x="77" y="0"/>
                  <a:pt x="78" y="0"/>
                  <a:pt x="78" y="1"/>
                </a:cubicBezTo>
                <a:cubicBezTo>
                  <a:pt x="78" y="1"/>
                  <a:pt x="78" y="1"/>
                  <a:pt x="78" y="1"/>
                </a:cubicBezTo>
                <a:cubicBezTo>
                  <a:pt x="78" y="2"/>
                  <a:pt x="77" y="3"/>
                  <a:pt x="76" y="3"/>
                </a:cubicBezTo>
                <a:cubicBezTo>
                  <a:pt x="72" y="3"/>
                  <a:pt x="68" y="3"/>
                  <a:pt x="64" y="3"/>
                </a:cubicBezTo>
                <a:cubicBezTo>
                  <a:pt x="63" y="3"/>
                  <a:pt x="63" y="2"/>
                  <a:pt x="63" y="1"/>
                </a:cubicBezTo>
                <a:cubicBezTo>
                  <a:pt x="63" y="1"/>
                  <a:pt x="63" y="1"/>
                  <a:pt x="63" y="1"/>
                </a:cubicBezTo>
                <a:cubicBezTo>
                  <a:pt x="63" y="0"/>
                  <a:pt x="63" y="0"/>
                  <a:pt x="64" y="0"/>
                </a:cubicBezTo>
                <a:close/>
                <a:moveTo>
                  <a:pt x="85" y="0"/>
                </a:moveTo>
                <a:cubicBezTo>
                  <a:pt x="89" y="0"/>
                  <a:pt x="93" y="0"/>
                  <a:pt x="97" y="0"/>
                </a:cubicBezTo>
                <a:cubicBezTo>
                  <a:pt x="98" y="0"/>
                  <a:pt x="99" y="0"/>
                  <a:pt x="99" y="1"/>
                </a:cubicBezTo>
                <a:cubicBezTo>
                  <a:pt x="99" y="1"/>
                  <a:pt x="99" y="1"/>
                  <a:pt x="99" y="1"/>
                </a:cubicBezTo>
                <a:cubicBezTo>
                  <a:pt x="99" y="2"/>
                  <a:pt x="98" y="3"/>
                  <a:pt x="97" y="3"/>
                </a:cubicBezTo>
                <a:cubicBezTo>
                  <a:pt x="93" y="3"/>
                  <a:pt x="89" y="3"/>
                  <a:pt x="85" y="3"/>
                </a:cubicBezTo>
                <a:cubicBezTo>
                  <a:pt x="84" y="3"/>
                  <a:pt x="84" y="2"/>
                  <a:pt x="84" y="1"/>
                </a:cubicBezTo>
                <a:cubicBezTo>
                  <a:pt x="84" y="1"/>
                  <a:pt x="84" y="1"/>
                  <a:pt x="84" y="1"/>
                </a:cubicBezTo>
                <a:cubicBezTo>
                  <a:pt x="84" y="0"/>
                  <a:pt x="84" y="0"/>
                  <a:pt x="85" y="0"/>
                </a:cubicBezTo>
                <a:close/>
                <a:moveTo>
                  <a:pt x="106" y="0"/>
                </a:moveTo>
                <a:cubicBezTo>
                  <a:pt x="110" y="0"/>
                  <a:pt x="114" y="0"/>
                  <a:pt x="118" y="0"/>
                </a:cubicBezTo>
                <a:cubicBezTo>
                  <a:pt x="119" y="0"/>
                  <a:pt x="120" y="0"/>
                  <a:pt x="120" y="1"/>
                </a:cubicBezTo>
                <a:cubicBezTo>
                  <a:pt x="120" y="1"/>
                  <a:pt x="120" y="1"/>
                  <a:pt x="120" y="1"/>
                </a:cubicBezTo>
                <a:cubicBezTo>
                  <a:pt x="120" y="2"/>
                  <a:pt x="119" y="3"/>
                  <a:pt x="118" y="3"/>
                </a:cubicBezTo>
                <a:cubicBezTo>
                  <a:pt x="114" y="3"/>
                  <a:pt x="110" y="3"/>
                  <a:pt x="106" y="3"/>
                </a:cubicBezTo>
                <a:cubicBezTo>
                  <a:pt x="105" y="3"/>
                  <a:pt x="105" y="2"/>
                  <a:pt x="105" y="1"/>
                </a:cubicBezTo>
                <a:cubicBezTo>
                  <a:pt x="105" y="1"/>
                  <a:pt x="105" y="1"/>
                  <a:pt x="105" y="1"/>
                </a:cubicBezTo>
                <a:cubicBezTo>
                  <a:pt x="105" y="0"/>
                  <a:pt x="105" y="0"/>
                  <a:pt x="106" y="0"/>
                </a:cubicBezTo>
                <a:close/>
              </a:path>
            </a:pathLst>
          </a:custGeom>
          <a:solidFill>
            <a:srgbClr val="BCE1D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3C760036-8103-9F46-A5CE-E2BA5013D47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700713" y="6272213"/>
            <a:ext cx="998537" cy="25400"/>
          </a:xfrm>
          <a:custGeom>
            <a:avLst/>
            <a:gdLst>
              <a:gd name="T0" fmla="*/ 2147483646 w 120"/>
              <a:gd name="T1" fmla="*/ 0 h 3"/>
              <a:gd name="T2" fmla="*/ 2147483646 w 120"/>
              <a:gd name="T3" fmla="*/ 0 h 3"/>
              <a:gd name="T4" fmla="*/ 2147483646 w 120"/>
              <a:gd name="T5" fmla="*/ 2147483646 h 3"/>
              <a:gd name="T6" fmla="*/ 2147483646 w 120"/>
              <a:gd name="T7" fmla="*/ 2147483646 h 3"/>
              <a:gd name="T8" fmla="*/ 2147483646 w 120"/>
              <a:gd name="T9" fmla="*/ 2147483646 h 3"/>
              <a:gd name="T10" fmla="*/ 2147483646 w 120"/>
              <a:gd name="T11" fmla="*/ 2147483646 h 3"/>
              <a:gd name="T12" fmla="*/ 0 w 120"/>
              <a:gd name="T13" fmla="*/ 2147483646 h 3"/>
              <a:gd name="T14" fmla="*/ 0 w 120"/>
              <a:gd name="T15" fmla="*/ 2147483646 h 3"/>
              <a:gd name="T16" fmla="*/ 2147483646 w 120"/>
              <a:gd name="T17" fmla="*/ 0 h 3"/>
              <a:gd name="T18" fmla="*/ 2147483646 w 120"/>
              <a:gd name="T19" fmla="*/ 0 h 3"/>
              <a:gd name="T20" fmla="*/ 2147483646 w 120"/>
              <a:gd name="T21" fmla="*/ 0 h 3"/>
              <a:gd name="T22" fmla="*/ 2147483646 w 120"/>
              <a:gd name="T23" fmla="*/ 2147483646 h 3"/>
              <a:gd name="T24" fmla="*/ 2147483646 w 120"/>
              <a:gd name="T25" fmla="*/ 2147483646 h 3"/>
              <a:gd name="T26" fmla="*/ 2147483646 w 120"/>
              <a:gd name="T27" fmla="*/ 2147483646 h 3"/>
              <a:gd name="T28" fmla="*/ 2147483646 w 120"/>
              <a:gd name="T29" fmla="*/ 2147483646 h 3"/>
              <a:gd name="T30" fmla="*/ 2147483646 w 120"/>
              <a:gd name="T31" fmla="*/ 2147483646 h 3"/>
              <a:gd name="T32" fmla="*/ 2147483646 w 120"/>
              <a:gd name="T33" fmla="*/ 2147483646 h 3"/>
              <a:gd name="T34" fmla="*/ 2147483646 w 120"/>
              <a:gd name="T35" fmla="*/ 0 h 3"/>
              <a:gd name="T36" fmla="*/ 2147483646 w 120"/>
              <a:gd name="T37" fmla="*/ 0 h 3"/>
              <a:gd name="T38" fmla="*/ 2147483646 w 120"/>
              <a:gd name="T39" fmla="*/ 0 h 3"/>
              <a:gd name="T40" fmla="*/ 2147483646 w 120"/>
              <a:gd name="T41" fmla="*/ 2147483646 h 3"/>
              <a:gd name="T42" fmla="*/ 2147483646 w 120"/>
              <a:gd name="T43" fmla="*/ 2147483646 h 3"/>
              <a:gd name="T44" fmla="*/ 2147483646 w 120"/>
              <a:gd name="T45" fmla="*/ 2147483646 h 3"/>
              <a:gd name="T46" fmla="*/ 2147483646 w 120"/>
              <a:gd name="T47" fmla="*/ 2147483646 h 3"/>
              <a:gd name="T48" fmla="*/ 2147483646 w 120"/>
              <a:gd name="T49" fmla="*/ 2147483646 h 3"/>
              <a:gd name="T50" fmla="*/ 2147483646 w 120"/>
              <a:gd name="T51" fmla="*/ 2147483646 h 3"/>
              <a:gd name="T52" fmla="*/ 2147483646 w 120"/>
              <a:gd name="T53" fmla="*/ 0 h 3"/>
              <a:gd name="T54" fmla="*/ 2147483646 w 120"/>
              <a:gd name="T55" fmla="*/ 0 h 3"/>
              <a:gd name="T56" fmla="*/ 2147483646 w 120"/>
              <a:gd name="T57" fmla="*/ 0 h 3"/>
              <a:gd name="T58" fmla="*/ 2147483646 w 120"/>
              <a:gd name="T59" fmla="*/ 2147483646 h 3"/>
              <a:gd name="T60" fmla="*/ 2147483646 w 120"/>
              <a:gd name="T61" fmla="*/ 2147483646 h 3"/>
              <a:gd name="T62" fmla="*/ 2147483646 w 120"/>
              <a:gd name="T63" fmla="*/ 2147483646 h 3"/>
              <a:gd name="T64" fmla="*/ 2147483646 w 120"/>
              <a:gd name="T65" fmla="*/ 2147483646 h 3"/>
              <a:gd name="T66" fmla="*/ 2147483646 w 120"/>
              <a:gd name="T67" fmla="*/ 2147483646 h 3"/>
              <a:gd name="T68" fmla="*/ 2147483646 w 120"/>
              <a:gd name="T69" fmla="*/ 2147483646 h 3"/>
              <a:gd name="T70" fmla="*/ 2147483646 w 120"/>
              <a:gd name="T71" fmla="*/ 0 h 3"/>
              <a:gd name="T72" fmla="*/ 2147483646 w 120"/>
              <a:gd name="T73" fmla="*/ 0 h 3"/>
              <a:gd name="T74" fmla="*/ 2147483646 w 120"/>
              <a:gd name="T75" fmla="*/ 0 h 3"/>
              <a:gd name="T76" fmla="*/ 2147483646 w 120"/>
              <a:gd name="T77" fmla="*/ 2147483646 h 3"/>
              <a:gd name="T78" fmla="*/ 2147483646 w 120"/>
              <a:gd name="T79" fmla="*/ 2147483646 h 3"/>
              <a:gd name="T80" fmla="*/ 2147483646 w 120"/>
              <a:gd name="T81" fmla="*/ 2147483646 h 3"/>
              <a:gd name="T82" fmla="*/ 2147483646 w 120"/>
              <a:gd name="T83" fmla="*/ 2147483646 h 3"/>
              <a:gd name="T84" fmla="*/ 2147483646 w 120"/>
              <a:gd name="T85" fmla="*/ 2147483646 h 3"/>
              <a:gd name="T86" fmla="*/ 2147483646 w 120"/>
              <a:gd name="T87" fmla="*/ 2147483646 h 3"/>
              <a:gd name="T88" fmla="*/ 2147483646 w 120"/>
              <a:gd name="T89" fmla="*/ 0 h 3"/>
              <a:gd name="T90" fmla="*/ 2147483646 w 120"/>
              <a:gd name="T91" fmla="*/ 0 h 3"/>
              <a:gd name="T92" fmla="*/ 2147483646 w 120"/>
              <a:gd name="T93" fmla="*/ 0 h 3"/>
              <a:gd name="T94" fmla="*/ 2147483646 w 120"/>
              <a:gd name="T95" fmla="*/ 2147483646 h 3"/>
              <a:gd name="T96" fmla="*/ 2147483646 w 120"/>
              <a:gd name="T97" fmla="*/ 2147483646 h 3"/>
              <a:gd name="T98" fmla="*/ 2147483646 w 120"/>
              <a:gd name="T99" fmla="*/ 2147483646 h 3"/>
              <a:gd name="T100" fmla="*/ 2147483646 w 120"/>
              <a:gd name="T101" fmla="*/ 2147483646 h 3"/>
              <a:gd name="T102" fmla="*/ 2147483646 w 120"/>
              <a:gd name="T103" fmla="*/ 2147483646 h 3"/>
              <a:gd name="T104" fmla="*/ 2147483646 w 120"/>
              <a:gd name="T105" fmla="*/ 2147483646 h 3"/>
              <a:gd name="T106" fmla="*/ 2147483646 w 120"/>
              <a:gd name="T107" fmla="*/ 0 h 3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120"/>
              <a:gd name="T163" fmla="*/ 0 h 3"/>
              <a:gd name="T164" fmla="*/ 120 w 120"/>
              <a:gd name="T165" fmla="*/ 3 h 3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120" h="3">
                <a:moveTo>
                  <a:pt x="1" y="0"/>
                </a:moveTo>
                <a:cubicBezTo>
                  <a:pt x="5" y="0"/>
                  <a:pt x="9" y="0"/>
                  <a:pt x="13" y="0"/>
                </a:cubicBezTo>
                <a:cubicBezTo>
                  <a:pt x="14" y="0"/>
                  <a:pt x="15" y="0"/>
                  <a:pt x="15" y="1"/>
                </a:cubicBezTo>
                <a:cubicBezTo>
                  <a:pt x="15" y="1"/>
                  <a:pt x="15" y="1"/>
                  <a:pt x="15" y="1"/>
                </a:cubicBezTo>
                <a:cubicBezTo>
                  <a:pt x="15" y="2"/>
                  <a:pt x="14" y="3"/>
                  <a:pt x="13" y="3"/>
                </a:cubicBezTo>
                <a:cubicBezTo>
                  <a:pt x="9" y="3"/>
                  <a:pt x="5" y="3"/>
                  <a:pt x="1" y="3"/>
                </a:cubicBezTo>
                <a:cubicBezTo>
                  <a:pt x="0" y="3"/>
                  <a:pt x="0" y="2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1" y="0"/>
                </a:cubicBezTo>
                <a:close/>
                <a:moveTo>
                  <a:pt x="22" y="0"/>
                </a:moveTo>
                <a:cubicBezTo>
                  <a:pt x="26" y="0"/>
                  <a:pt x="30" y="0"/>
                  <a:pt x="34" y="0"/>
                </a:cubicBezTo>
                <a:cubicBezTo>
                  <a:pt x="35" y="0"/>
                  <a:pt x="36" y="0"/>
                  <a:pt x="36" y="1"/>
                </a:cubicBezTo>
                <a:cubicBezTo>
                  <a:pt x="36" y="1"/>
                  <a:pt x="36" y="1"/>
                  <a:pt x="36" y="1"/>
                </a:cubicBezTo>
                <a:cubicBezTo>
                  <a:pt x="36" y="2"/>
                  <a:pt x="35" y="3"/>
                  <a:pt x="34" y="3"/>
                </a:cubicBezTo>
                <a:cubicBezTo>
                  <a:pt x="30" y="3"/>
                  <a:pt x="26" y="3"/>
                  <a:pt x="22" y="3"/>
                </a:cubicBezTo>
                <a:cubicBezTo>
                  <a:pt x="21" y="3"/>
                  <a:pt x="21" y="2"/>
                  <a:pt x="21" y="1"/>
                </a:cubicBezTo>
                <a:cubicBezTo>
                  <a:pt x="21" y="1"/>
                  <a:pt x="21" y="1"/>
                  <a:pt x="21" y="1"/>
                </a:cubicBezTo>
                <a:cubicBezTo>
                  <a:pt x="21" y="0"/>
                  <a:pt x="21" y="0"/>
                  <a:pt x="22" y="0"/>
                </a:cubicBezTo>
                <a:close/>
                <a:moveTo>
                  <a:pt x="43" y="0"/>
                </a:moveTo>
                <a:cubicBezTo>
                  <a:pt x="47" y="0"/>
                  <a:pt x="51" y="0"/>
                  <a:pt x="55" y="0"/>
                </a:cubicBezTo>
                <a:cubicBezTo>
                  <a:pt x="56" y="0"/>
                  <a:pt x="57" y="0"/>
                  <a:pt x="57" y="1"/>
                </a:cubicBezTo>
                <a:cubicBezTo>
                  <a:pt x="57" y="1"/>
                  <a:pt x="57" y="1"/>
                  <a:pt x="57" y="1"/>
                </a:cubicBezTo>
                <a:cubicBezTo>
                  <a:pt x="57" y="2"/>
                  <a:pt x="56" y="3"/>
                  <a:pt x="55" y="3"/>
                </a:cubicBezTo>
                <a:cubicBezTo>
                  <a:pt x="51" y="3"/>
                  <a:pt x="47" y="3"/>
                  <a:pt x="43" y="3"/>
                </a:cubicBezTo>
                <a:cubicBezTo>
                  <a:pt x="42" y="3"/>
                  <a:pt x="42" y="2"/>
                  <a:pt x="42" y="1"/>
                </a:cubicBezTo>
                <a:cubicBezTo>
                  <a:pt x="42" y="1"/>
                  <a:pt x="42" y="1"/>
                  <a:pt x="42" y="1"/>
                </a:cubicBezTo>
                <a:cubicBezTo>
                  <a:pt x="42" y="0"/>
                  <a:pt x="42" y="0"/>
                  <a:pt x="43" y="0"/>
                </a:cubicBezTo>
                <a:close/>
                <a:moveTo>
                  <a:pt x="64" y="0"/>
                </a:moveTo>
                <a:cubicBezTo>
                  <a:pt x="68" y="0"/>
                  <a:pt x="72" y="0"/>
                  <a:pt x="76" y="0"/>
                </a:cubicBezTo>
                <a:cubicBezTo>
                  <a:pt x="77" y="0"/>
                  <a:pt x="78" y="0"/>
                  <a:pt x="78" y="1"/>
                </a:cubicBezTo>
                <a:cubicBezTo>
                  <a:pt x="78" y="1"/>
                  <a:pt x="78" y="1"/>
                  <a:pt x="78" y="1"/>
                </a:cubicBezTo>
                <a:cubicBezTo>
                  <a:pt x="78" y="2"/>
                  <a:pt x="77" y="3"/>
                  <a:pt x="76" y="3"/>
                </a:cubicBezTo>
                <a:cubicBezTo>
                  <a:pt x="72" y="3"/>
                  <a:pt x="68" y="3"/>
                  <a:pt x="64" y="3"/>
                </a:cubicBezTo>
                <a:cubicBezTo>
                  <a:pt x="63" y="3"/>
                  <a:pt x="63" y="2"/>
                  <a:pt x="63" y="1"/>
                </a:cubicBezTo>
                <a:cubicBezTo>
                  <a:pt x="63" y="1"/>
                  <a:pt x="63" y="1"/>
                  <a:pt x="63" y="1"/>
                </a:cubicBezTo>
                <a:cubicBezTo>
                  <a:pt x="63" y="0"/>
                  <a:pt x="63" y="0"/>
                  <a:pt x="64" y="0"/>
                </a:cubicBezTo>
                <a:close/>
                <a:moveTo>
                  <a:pt x="85" y="0"/>
                </a:moveTo>
                <a:cubicBezTo>
                  <a:pt x="89" y="0"/>
                  <a:pt x="93" y="0"/>
                  <a:pt x="97" y="0"/>
                </a:cubicBezTo>
                <a:cubicBezTo>
                  <a:pt x="98" y="0"/>
                  <a:pt x="99" y="0"/>
                  <a:pt x="99" y="1"/>
                </a:cubicBezTo>
                <a:cubicBezTo>
                  <a:pt x="99" y="1"/>
                  <a:pt x="99" y="1"/>
                  <a:pt x="99" y="1"/>
                </a:cubicBezTo>
                <a:cubicBezTo>
                  <a:pt x="99" y="2"/>
                  <a:pt x="98" y="3"/>
                  <a:pt x="97" y="3"/>
                </a:cubicBezTo>
                <a:cubicBezTo>
                  <a:pt x="93" y="3"/>
                  <a:pt x="89" y="3"/>
                  <a:pt x="85" y="3"/>
                </a:cubicBezTo>
                <a:cubicBezTo>
                  <a:pt x="84" y="3"/>
                  <a:pt x="84" y="2"/>
                  <a:pt x="84" y="1"/>
                </a:cubicBezTo>
                <a:cubicBezTo>
                  <a:pt x="84" y="1"/>
                  <a:pt x="84" y="1"/>
                  <a:pt x="84" y="1"/>
                </a:cubicBezTo>
                <a:cubicBezTo>
                  <a:pt x="84" y="0"/>
                  <a:pt x="84" y="0"/>
                  <a:pt x="85" y="0"/>
                </a:cubicBezTo>
                <a:close/>
                <a:moveTo>
                  <a:pt x="106" y="0"/>
                </a:moveTo>
                <a:cubicBezTo>
                  <a:pt x="110" y="0"/>
                  <a:pt x="114" y="0"/>
                  <a:pt x="118" y="0"/>
                </a:cubicBezTo>
                <a:cubicBezTo>
                  <a:pt x="119" y="0"/>
                  <a:pt x="120" y="0"/>
                  <a:pt x="120" y="1"/>
                </a:cubicBezTo>
                <a:cubicBezTo>
                  <a:pt x="120" y="1"/>
                  <a:pt x="120" y="1"/>
                  <a:pt x="120" y="1"/>
                </a:cubicBezTo>
                <a:cubicBezTo>
                  <a:pt x="120" y="2"/>
                  <a:pt x="119" y="3"/>
                  <a:pt x="118" y="3"/>
                </a:cubicBezTo>
                <a:cubicBezTo>
                  <a:pt x="114" y="3"/>
                  <a:pt x="110" y="3"/>
                  <a:pt x="106" y="3"/>
                </a:cubicBezTo>
                <a:cubicBezTo>
                  <a:pt x="105" y="3"/>
                  <a:pt x="105" y="2"/>
                  <a:pt x="105" y="1"/>
                </a:cubicBezTo>
                <a:cubicBezTo>
                  <a:pt x="105" y="1"/>
                  <a:pt x="105" y="1"/>
                  <a:pt x="105" y="1"/>
                </a:cubicBezTo>
                <a:cubicBezTo>
                  <a:pt x="105" y="0"/>
                  <a:pt x="105" y="0"/>
                  <a:pt x="106" y="0"/>
                </a:cubicBezTo>
                <a:close/>
              </a:path>
            </a:pathLst>
          </a:custGeom>
          <a:solidFill>
            <a:srgbClr val="BCE1D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60" descr="rId7">
            <a:extLst>
              <a:ext uri="{FF2B5EF4-FFF2-40B4-BE49-F238E27FC236}">
                <a16:creationId xmlns:a16="http://schemas.microsoft.com/office/drawing/2014/main" id="{FCB2851E-04C2-FA4F-940E-500DD6B74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225" y="3063875"/>
            <a:ext cx="2646363" cy="158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" name="Freeform 8">
            <a:extLst>
              <a:ext uri="{FF2B5EF4-FFF2-40B4-BE49-F238E27FC236}">
                <a16:creationId xmlns:a16="http://schemas.microsoft.com/office/drawing/2014/main" id="{FF7EB37E-3677-9C4F-BBBD-16A53C025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5026025"/>
            <a:ext cx="498475" cy="1428750"/>
          </a:xfrm>
          <a:custGeom>
            <a:avLst/>
            <a:gdLst>
              <a:gd name="T0" fmla="*/ 0 w 314"/>
              <a:gd name="T1" fmla="*/ 0 h 900"/>
              <a:gd name="T2" fmla="*/ 2147483646 w 314"/>
              <a:gd name="T3" fmla="*/ 2147483646 h 900"/>
              <a:gd name="T4" fmla="*/ 2147483646 w 314"/>
              <a:gd name="T5" fmla="*/ 2147483646 h 900"/>
              <a:gd name="T6" fmla="*/ 0 w 314"/>
              <a:gd name="T7" fmla="*/ 2147483646 h 900"/>
              <a:gd name="T8" fmla="*/ 0 w 314"/>
              <a:gd name="T9" fmla="*/ 0 h 900"/>
              <a:gd name="T10" fmla="*/ 0 w 314"/>
              <a:gd name="T11" fmla="*/ 0 h 9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4"/>
              <a:gd name="T19" fmla="*/ 0 h 900"/>
              <a:gd name="T20" fmla="*/ 314 w 314"/>
              <a:gd name="T21" fmla="*/ 900 h 9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4" h="900">
                <a:moveTo>
                  <a:pt x="0" y="0"/>
                </a:moveTo>
                <a:lnTo>
                  <a:pt x="314" y="298"/>
                </a:lnTo>
                <a:lnTo>
                  <a:pt x="314" y="900"/>
                </a:lnTo>
                <a:lnTo>
                  <a:pt x="0" y="602"/>
                </a:lnTo>
                <a:lnTo>
                  <a:pt x="0" y="0"/>
                </a:lnTo>
                <a:close/>
              </a:path>
            </a:pathLst>
          </a:custGeom>
          <a:solidFill>
            <a:srgbClr val="0A6F7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604EF1D9-645E-DC4B-9242-CA9F9175844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016625" y="5856288"/>
            <a:ext cx="498475" cy="515937"/>
          </a:xfrm>
          <a:custGeom>
            <a:avLst/>
            <a:gdLst>
              <a:gd name="T0" fmla="*/ 2147483646 w 60"/>
              <a:gd name="T1" fmla="*/ 2147483646 h 62"/>
              <a:gd name="T2" fmla="*/ 2147483646 w 60"/>
              <a:gd name="T3" fmla="*/ 2147483646 h 62"/>
              <a:gd name="T4" fmla="*/ 2147483646 w 60"/>
              <a:gd name="T5" fmla="*/ 2147483646 h 62"/>
              <a:gd name="T6" fmla="*/ 2147483646 w 60"/>
              <a:gd name="T7" fmla="*/ 2147483646 h 62"/>
              <a:gd name="T8" fmla="*/ 2147483646 w 60"/>
              <a:gd name="T9" fmla="*/ 2147483646 h 62"/>
              <a:gd name="T10" fmla="*/ 2147483646 w 60"/>
              <a:gd name="T11" fmla="*/ 2147483646 h 62"/>
              <a:gd name="T12" fmla="*/ 2147483646 w 60"/>
              <a:gd name="T13" fmla="*/ 2147483646 h 62"/>
              <a:gd name="T14" fmla="*/ 0 w 60"/>
              <a:gd name="T15" fmla="*/ 2147483646 h 62"/>
              <a:gd name="T16" fmla="*/ 0 w 60"/>
              <a:gd name="T17" fmla="*/ 0 h 62"/>
              <a:gd name="T18" fmla="*/ 2147483646 w 60"/>
              <a:gd name="T19" fmla="*/ 2147483646 h 62"/>
              <a:gd name="T20" fmla="*/ 2147483646 w 60"/>
              <a:gd name="T21" fmla="*/ 2147483646 h 62"/>
              <a:gd name="T22" fmla="*/ 2147483646 w 60"/>
              <a:gd name="T23" fmla="*/ 2147483646 h 62"/>
              <a:gd name="T24" fmla="*/ 2147483646 w 60"/>
              <a:gd name="T25" fmla="*/ 2147483646 h 62"/>
              <a:gd name="T26" fmla="*/ 0 w 60"/>
              <a:gd name="T27" fmla="*/ 2147483646 h 62"/>
              <a:gd name="T28" fmla="*/ 2147483646 w 60"/>
              <a:gd name="T29" fmla="*/ 2147483646 h 62"/>
              <a:gd name="T30" fmla="*/ 2147483646 w 60"/>
              <a:gd name="T31" fmla="*/ 2147483646 h 62"/>
              <a:gd name="T32" fmla="*/ 2147483646 w 60"/>
              <a:gd name="T33" fmla="*/ 2147483646 h 62"/>
              <a:gd name="T34" fmla="*/ 2147483646 w 60"/>
              <a:gd name="T35" fmla="*/ 2147483646 h 62"/>
              <a:gd name="T36" fmla="*/ 2147483646 w 60"/>
              <a:gd name="T37" fmla="*/ 2147483646 h 62"/>
              <a:gd name="T38" fmla="*/ 2147483646 w 60"/>
              <a:gd name="T39" fmla="*/ 2147483646 h 62"/>
              <a:gd name="T40" fmla="*/ 2147483646 w 60"/>
              <a:gd name="T41" fmla="*/ 2147483646 h 62"/>
              <a:gd name="T42" fmla="*/ 2147483646 w 60"/>
              <a:gd name="T43" fmla="*/ 2147483646 h 62"/>
              <a:gd name="T44" fmla="*/ 2147483646 w 60"/>
              <a:gd name="T45" fmla="*/ 2147483646 h 62"/>
              <a:gd name="T46" fmla="*/ 2147483646 w 60"/>
              <a:gd name="T47" fmla="*/ 2147483646 h 62"/>
              <a:gd name="T48" fmla="*/ 2147483646 w 60"/>
              <a:gd name="T49" fmla="*/ 2147483646 h 62"/>
              <a:gd name="T50" fmla="*/ 2147483646 w 60"/>
              <a:gd name="T51" fmla="*/ 2147483646 h 62"/>
              <a:gd name="T52" fmla="*/ 2147483646 w 60"/>
              <a:gd name="T53" fmla="*/ 2147483646 h 62"/>
              <a:gd name="T54" fmla="*/ 2147483646 w 60"/>
              <a:gd name="T55" fmla="*/ 2147483646 h 62"/>
              <a:gd name="T56" fmla="*/ 2147483646 w 60"/>
              <a:gd name="T57" fmla="*/ 2147483646 h 62"/>
              <a:gd name="T58" fmla="*/ 2147483646 w 60"/>
              <a:gd name="T59" fmla="*/ 2147483646 h 62"/>
              <a:gd name="T60" fmla="*/ 2147483646 w 60"/>
              <a:gd name="T61" fmla="*/ 2147483646 h 62"/>
              <a:gd name="T62" fmla="*/ 2147483646 w 60"/>
              <a:gd name="T63" fmla="*/ 2147483646 h 62"/>
              <a:gd name="T64" fmla="*/ 2147483646 w 60"/>
              <a:gd name="T65" fmla="*/ 2147483646 h 62"/>
              <a:gd name="T66" fmla="*/ 2147483646 w 60"/>
              <a:gd name="T67" fmla="*/ 2147483646 h 62"/>
              <a:gd name="T68" fmla="*/ 2147483646 w 60"/>
              <a:gd name="T69" fmla="*/ 2147483646 h 62"/>
              <a:gd name="T70" fmla="*/ 2147483646 w 60"/>
              <a:gd name="T71" fmla="*/ 2147483646 h 62"/>
              <a:gd name="T72" fmla="*/ 2147483646 w 60"/>
              <a:gd name="T73" fmla="*/ 2147483646 h 62"/>
              <a:gd name="T74" fmla="*/ 2147483646 w 60"/>
              <a:gd name="T75" fmla="*/ 2147483646 h 62"/>
              <a:gd name="T76" fmla="*/ 2147483646 w 60"/>
              <a:gd name="T77" fmla="*/ 2147483646 h 62"/>
              <a:gd name="T78" fmla="*/ 2147483646 w 60"/>
              <a:gd name="T79" fmla="*/ 2147483646 h 62"/>
              <a:gd name="T80" fmla="*/ 2147483646 w 60"/>
              <a:gd name="T81" fmla="*/ 2147483646 h 62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60"/>
              <a:gd name="T124" fmla="*/ 0 h 62"/>
              <a:gd name="T125" fmla="*/ 60 w 60"/>
              <a:gd name="T126" fmla="*/ 62 h 62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60" h="62">
                <a:moveTo>
                  <a:pt x="60" y="57"/>
                </a:moveTo>
                <a:cubicBezTo>
                  <a:pt x="60" y="62"/>
                  <a:pt x="60" y="62"/>
                  <a:pt x="60" y="62"/>
                </a:cubicBezTo>
                <a:cubicBezTo>
                  <a:pt x="58" y="60"/>
                  <a:pt x="56" y="58"/>
                  <a:pt x="53" y="56"/>
                </a:cubicBezTo>
                <a:cubicBezTo>
                  <a:pt x="53" y="55"/>
                  <a:pt x="53" y="54"/>
                  <a:pt x="53" y="53"/>
                </a:cubicBezTo>
                <a:cubicBezTo>
                  <a:pt x="53" y="53"/>
                  <a:pt x="53" y="53"/>
                  <a:pt x="53" y="53"/>
                </a:cubicBezTo>
                <a:cubicBezTo>
                  <a:pt x="54" y="53"/>
                  <a:pt x="55" y="53"/>
                  <a:pt x="56" y="53"/>
                </a:cubicBezTo>
                <a:cubicBezTo>
                  <a:pt x="57" y="55"/>
                  <a:pt x="58" y="56"/>
                  <a:pt x="60" y="57"/>
                </a:cubicBezTo>
                <a:close/>
                <a:moveTo>
                  <a:pt x="0" y="4"/>
                </a:moveTo>
                <a:cubicBezTo>
                  <a:pt x="0" y="0"/>
                  <a:pt x="0" y="0"/>
                  <a:pt x="0" y="0"/>
                </a:cubicBezTo>
                <a:cubicBezTo>
                  <a:pt x="1" y="1"/>
                  <a:pt x="2" y="2"/>
                  <a:pt x="3" y="3"/>
                </a:cubicBezTo>
                <a:cubicBezTo>
                  <a:pt x="4" y="4"/>
                  <a:pt x="4" y="5"/>
                  <a:pt x="4" y="6"/>
                </a:cubicBezTo>
                <a:cubicBezTo>
                  <a:pt x="4" y="6"/>
                  <a:pt x="4" y="6"/>
                  <a:pt x="4" y="6"/>
                </a:cubicBezTo>
                <a:cubicBezTo>
                  <a:pt x="3" y="7"/>
                  <a:pt x="2" y="7"/>
                  <a:pt x="1" y="6"/>
                </a:cubicBezTo>
                <a:cubicBezTo>
                  <a:pt x="1" y="5"/>
                  <a:pt x="0" y="5"/>
                  <a:pt x="0" y="4"/>
                </a:cubicBezTo>
                <a:close/>
                <a:moveTo>
                  <a:pt x="10" y="10"/>
                </a:moveTo>
                <a:cubicBezTo>
                  <a:pt x="13" y="13"/>
                  <a:pt x="16" y="15"/>
                  <a:pt x="19" y="18"/>
                </a:cubicBezTo>
                <a:cubicBezTo>
                  <a:pt x="19" y="19"/>
                  <a:pt x="19" y="20"/>
                  <a:pt x="19" y="20"/>
                </a:cubicBezTo>
                <a:cubicBezTo>
                  <a:pt x="19" y="20"/>
                  <a:pt x="19" y="20"/>
                  <a:pt x="19" y="20"/>
                </a:cubicBezTo>
                <a:cubicBezTo>
                  <a:pt x="18" y="21"/>
                  <a:pt x="17" y="21"/>
                  <a:pt x="16" y="20"/>
                </a:cubicBezTo>
                <a:cubicBezTo>
                  <a:pt x="14" y="18"/>
                  <a:pt x="11" y="15"/>
                  <a:pt x="8" y="12"/>
                </a:cubicBezTo>
                <a:cubicBezTo>
                  <a:pt x="7" y="12"/>
                  <a:pt x="7" y="11"/>
                  <a:pt x="8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9"/>
                  <a:pt x="9" y="9"/>
                  <a:pt x="10" y="10"/>
                </a:cubicBezTo>
                <a:close/>
                <a:moveTo>
                  <a:pt x="25" y="24"/>
                </a:moveTo>
                <a:cubicBezTo>
                  <a:pt x="28" y="27"/>
                  <a:pt x="31" y="30"/>
                  <a:pt x="34" y="32"/>
                </a:cubicBezTo>
                <a:cubicBezTo>
                  <a:pt x="35" y="33"/>
                  <a:pt x="35" y="34"/>
                  <a:pt x="34" y="35"/>
                </a:cubicBezTo>
                <a:cubicBezTo>
                  <a:pt x="34" y="35"/>
                  <a:pt x="34" y="35"/>
                  <a:pt x="34" y="35"/>
                </a:cubicBezTo>
                <a:cubicBezTo>
                  <a:pt x="33" y="35"/>
                  <a:pt x="32" y="35"/>
                  <a:pt x="32" y="35"/>
                </a:cubicBezTo>
                <a:cubicBezTo>
                  <a:pt x="29" y="32"/>
                  <a:pt x="26" y="29"/>
                  <a:pt x="23" y="27"/>
                </a:cubicBezTo>
                <a:cubicBezTo>
                  <a:pt x="22" y="26"/>
                  <a:pt x="22" y="25"/>
                  <a:pt x="23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4" y="24"/>
                  <a:pt x="25" y="24"/>
                  <a:pt x="25" y="24"/>
                </a:cubicBezTo>
                <a:close/>
                <a:moveTo>
                  <a:pt x="41" y="39"/>
                </a:moveTo>
                <a:cubicBezTo>
                  <a:pt x="43" y="42"/>
                  <a:pt x="46" y="44"/>
                  <a:pt x="49" y="47"/>
                </a:cubicBezTo>
                <a:cubicBezTo>
                  <a:pt x="50" y="48"/>
                  <a:pt x="50" y="49"/>
                  <a:pt x="49" y="49"/>
                </a:cubicBezTo>
                <a:cubicBezTo>
                  <a:pt x="49" y="49"/>
                  <a:pt x="49" y="49"/>
                  <a:pt x="49" y="49"/>
                </a:cubicBezTo>
                <a:cubicBezTo>
                  <a:pt x="48" y="50"/>
                  <a:pt x="47" y="50"/>
                  <a:pt x="47" y="49"/>
                </a:cubicBezTo>
                <a:cubicBezTo>
                  <a:pt x="44" y="47"/>
                  <a:pt x="41" y="44"/>
                  <a:pt x="38" y="41"/>
                </a:cubicBezTo>
                <a:cubicBezTo>
                  <a:pt x="38" y="41"/>
                  <a:pt x="38" y="40"/>
                  <a:pt x="38" y="39"/>
                </a:cubicBezTo>
                <a:cubicBezTo>
                  <a:pt x="38" y="39"/>
                  <a:pt x="38" y="39"/>
                  <a:pt x="38" y="39"/>
                </a:cubicBezTo>
                <a:cubicBezTo>
                  <a:pt x="39" y="38"/>
                  <a:pt x="40" y="38"/>
                  <a:pt x="41" y="39"/>
                </a:cubicBezTo>
                <a:close/>
              </a:path>
            </a:pathLst>
          </a:custGeom>
          <a:solidFill>
            <a:srgbClr val="369CA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D6FF0865-37FE-3941-8241-56B7F1326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6725" y="3575050"/>
            <a:ext cx="1081088" cy="955675"/>
          </a:xfrm>
          <a:custGeom>
            <a:avLst/>
            <a:gdLst>
              <a:gd name="T0" fmla="*/ 0 w 681"/>
              <a:gd name="T1" fmla="*/ 0 h 602"/>
              <a:gd name="T2" fmla="*/ 2147483646 w 681"/>
              <a:gd name="T3" fmla="*/ 0 h 602"/>
              <a:gd name="T4" fmla="*/ 2147483646 w 681"/>
              <a:gd name="T5" fmla="*/ 2147483646 h 602"/>
              <a:gd name="T6" fmla="*/ 0 w 681"/>
              <a:gd name="T7" fmla="*/ 2147483646 h 602"/>
              <a:gd name="T8" fmla="*/ 2147483646 w 681"/>
              <a:gd name="T9" fmla="*/ 2147483646 h 602"/>
              <a:gd name="T10" fmla="*/ 0 w 681"/>
              <a:gd name="T11" fmla="*/ 0 h 602"/>
              <a:gd name="T12" fmla="*/ 0 w 681"/>
              <a:gd name="T13" fmla="*/ 0 h 6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81"/>
              <a:gd name="T22" fmla="*/ 0 h 602"/>
              <a:gd name="T23" fmla="*/ 681 w 681"/>
              <a:gd name="T24" fmla="*/ 602 h 6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81" h="602">
                <a:moveTo>
                  <a:pt x="0" y="0"/>
                </a:moveTo>
                <a:lnTo>
                  <a:pt x="681" y="0"/>
                </a:lnTo>
                <a:lnTo>
                  <a:pt x="681" y="602"/>
                </a:lnTo>
                <a:lnTo>
                  <a:pt x="0" y="602"/>
                </a:lnTo>
                <a:lnTo>
                  <a:pt x="183" y="304"/>
                </a:lnTo>
                <a:lnTo>
                  <a:pt x="0" y="0"/>
                </a:lnTo>
                <a:close/>
              </a:path>
            </a:pathLst>
          </a:custGeom>
          <a:solidFill>
            <a:srgbClr val="FDD82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90181502-D038-E347-BECA-9670D262D0E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662613" y="3633788"/>
            <a:ext cx="998537" cy="33337"/>
          </a:xfrm>
          <a:custGeom>
            <a:avLst/>
            <a:gdLst>
              <a:gd name="T0" fmla="*/ 2147483646 w 120"/>
              <a:gd name="T1" fmla="*/ 0 h 4"/>
              <a:gd name="T2" fmla="*/ 2147483646 w 120"/>
              <a:gd name="T3" fmla="*/ 0 h 4"/>
              <a:gd name="T4" fmla="*/ 2147483646 w 120"/>
              <a:gd name="T5" fmla="*/ 2147483646 h 4"/>
              <a:gd name="T6" fmla="*/ 2147483646 w 120"/>
              <a:gd name="T7" fmla="*/ 2147483646 h 4"/>
              <a:gd name="T8" fmla="*/ 2147483646 w 120"/>
              <a:gd name="T9" fmla="*/ 2147483646 h 4"/>
              <a:gd name="T10" fmla="*/ 2147483646 w 120"/>
              <a:gd name="T11" fmla="*/ 2147483646 h 4"/>
              <a:gd name="T12" fmla="*/ 0 w 120"/>
              <a:gd name="T13" fmla="*/ 2147483646 h 4"/>
              <a:gd name="T14" fmla="*/ 0 w 120"/>
              <a:gd name="T15" fmla="*/ 2147483646 h 4"/>
              <a:gd name="T16" fmla="*/ 2147483646 w 120"/>
              <a:gd name="T17" fmla="*/ 0 h 4"/>
              <a:gd name="T18" fmla="*/ 2147483646 w 120"/>
              <a:gd name="T19" fmla="*/ 0 h 4"/>
              <a:gd name="T20" fmla="*/ 2147483646 w 120"/>
              <a:gd name="T21" fmla="*/ 0 h 4"/>
              <a:gd name="T22" fmla="*/ 2147483646 w 120"/>
              <a:gd name="T23" fmla="*/ 2147483646 h 4"/>
              <a:gd name="T24" fmla="*/ 2147483646 w 120"/>
              <a:gd name="T25" fmla="*/ 2147483646 h 4"/>
              <a:gd name="T26" fmla="*/ 2147483646 w 120"/>
              <a:gd name="T27" fmla="*/ 2147483646 h 4"/>
              <a:gd name="T28" fmla="*/ 2147483646 w 120"/>
              <a:gd name="T29" fmla="*/ 2147483646 h 4"/>
              <a:gd name="T30" fmla="*/ 2147483646 w 120"/>
              <a:gd name="T31" fmla="*/ 2147483646 h 4"/>
              <a:gd name="T32" fmla="*/ 2147483646 w 120"/>
              <a:gd name="T33" fmla="*/ 2147483646 h 4"/>
              <a:gd name="T34" fmla="*/ 2147483646 w 120"/>
              <a:gd name="T35" fmla="*/ 0 h 4"/>
              <a:gd name="T36" fmla="*/ 2147483646 w 120"/>
              <a:gd name="T37" fmla="*/ 0 h 4"/>
              <a:gd name="T38" fmla="*/ 2147483646 w 120"/>
              <a:gd name="T39" fmla="*/ 0 h 4"/>
              <a:gd name="T40" fmla="*/ 2147483646 w 120"/>
              <a:gd name="T41" fmla="*/ 2147483646 h 4"/>
              <a:gd name="T42" fmla="*/ 2147483646 w 120"/>
              <a:gd name="T43" fmla="*/ 2147483646 h 4"/>
              <a:gd name="T44" fmla="*/ 2147483646 w 120"/>
              <a:gd name="T45" fmla="*/ 2147483646 h 4"/>
              <a:gd name="T46" fmla="*/ 2147483646 w 120"/>
              <a:gd name="T47" fmla="*/ 2147483646 h 4"/>
              <a:gd name="T48" fmla="*/ 2147483646 w 120"/>
              <a:gd name="T49" fmla="*/ 2147483646 h 4"/>
              <a:gd name="T50" fmla="*/ 2147483646 w 120"/>
              <a:gd name="T51" fmla="*/ 2147483646 h 4"/>
              <a:gd name="T52" fmla="*/ 2147483646 w 120"/>
              <a:gd name="T53" fmla="*/ 0 h 4"/>
              <a:gd name="T54" fmla="*/ 2147483646 w 120"/>
              <a:gd name="T55" fmla="*/ 0 h 4"/>
              <a:gd name="T56" fmla="*/ 2147483646 w 120"/>
              <a:gd name="T57" fmla="*/ 0 h 4"/>
              <a:gd name="T58" fmla="*/ 2147483646 w 120"/>
              <a:gd name="T59" fmla="*/ 2147483646 h 4"/>
              <a:gd name="T60" fmla="*/ 2147483646 w 120"/>
              <a:gd name="T61" fmla="*/ 2147483646 h 4"/>
              <a:gd name="T62" fmla="*/ 2147483646 w 120"/>
              <a:gd name="T63" fmla="*/ 2147483646 h 4"/>
              <a:gd name="T64" fmla="*/ 2147483646 w 120"/>
              <a:gd name="T65" fmla="*/ 2147483646 h 4"/>
              <a:gd name="T66" fmla="*/ 2147483646 w 120"/>
              <a:gd name="T67" fmla="*/ 2147483646 h 4"/>
              <a:gd name="T68" fmla="*/ 2147483646 w 120"/>
              <a:gd name="T69" fmla="*/ 2147483646 h 4"/>
              <a:gd name="T70" fmla="*/ 2147483646 w 120"/>
              <a:gd name="T71" fmla="*/ 0 h 4"/>
              <a:gd name="T72" fmla="*/ 2147483646 w 120"/>
              <a:gd name="T73" fmla="*/ 0 h 4"/>
              <a:gd name="T74" fmla="*/ 2147483646 w 120"/>
              <a:gd name="T75" fmla="*/ 0 h 4"/>
              <a:gd name="T76" fmla="*/ 2147483646 w 120"/>
              <a:gd name="T77" fmla="*/ 2147483646 h 4"/>
              <a:gd name="T78" fmla="*/ 2147483646 w 120"/>
              <a:gd name="T79" fmla="*/ 2147483646 h 4"/>
              <a:gd name="T80" fmla="*/ 2147483646 w 120"/>
              <a:gd name="T81" fmla="*/ 2147483646 h 4"/>
              <a:gd name="T82" fmla="*/ 2147483646 w 120"/>
              <a:gd name="T83" fmla="*/ 2147483646 h 4"/>
              <a:gd name="T84" fmla="*/ 2147483646 w 120"/>
              <a:gd name="T85" fmla="*/ 2147483646 h 4"/>
              <a:gd name="T86" fmla="*/ 2147483646 w 120"/>
              <a:gd name="T87" fmla="*/ 2147483646 h 4"/>
              <a:gd name="T88" fmla="*/ 2147483646 w 120"/>
              <a:gd name="T89" fmla="*/ 0 h 4"/>
              <a:gd name="T90" fmla="*/ 2147483646 w 120"/>
              <a:gd name="T91" fmla="*/ 0 h 4"/>
              <a:gd name="T92" fmla="*/ 2147483646 w 120"/>
              <a:gd name="T93" fmla="*/ 0 h 4"/>
              <a:gd name="T94" fmla="*/ 2147483646 w 120"/>
              <a:gd name="T95" fmla="*/ 2147483646 h 4"/>
              <a:gd name="T96" fmla="*/ 2147483646 w 120"/>
              <a:gd name="T97" fmla="*/ 2147483646 h 4"/>
              <a:gd name="T98" fmla="*/ 2147483646 w 120"/>
              <a:gd name="T99" fmla="*/ 2147483646 h 4"/>
              <a:gd name="T100" fmla="*/ 2147483646 w 120"/>
              <a:gd name="T101" fmla="*/ 2147483646 h 4"/>
              <a:gd name="T102" fmla="*/ 2147483646 w 120"/>
              <a:gd name="T103" fmla="*/ 2147483646 h 4"/>
              <a:gd name="T104" fmla="*/ 2147483646 w 120"/>
              <a:gd name="T105" fmla="*/ 2147483646 h 4"/>
              <a:gd name="T106" fmla="*/ 2147483646 w 120"/>
              <a:gd name="T107" fmla="*/ 0 h 4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120"/>
              <a:gd name="T163" fmla="*/ 0 h 4"/>
              <a:gd name="T164" fmla="*/ 120 w 120"/>
              <a:gd name="T165" fmla="*/ 4 h 4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120" h="4">
                <a:moveTo>
                  <a:pt x="1" y="0"/>
                </a:moveTo>
                <a:cubicBezTo>
                  <a:pt x="5" y="0"/>
                  <a:pt x="9" y="0"/>
                  <a:pt x="13" y="0"/>
                </a:cubicBezTo>
                <a:cubicBezTo>
                  <a:pt x="14" y="0"/>
                  <a:pt x="15" y="1"/>
                  <a:pt x="15" y="2"/>
                </a:cubicBezTo>
                <a:cubicBezTo>
                  <a:pt x="15" y="2"/>
                  <a:pt x="15" y="2"/>
                  <a:pt x="15" y="2"/>
                </a:cubicBezTo>
                <a:cubicBezTo>
                  <a:pt x="15" y="3"/>
                  <a:pt x="14" y="4"/>
                  <a:pt x="13" y="4"/>
                </a:cubicBezTo>
                <a:cubicBezTo>
                  <a:pt x="9" y="4"/>
                  <a:pt x="5" y="4"/>
                  <a:pt x="1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0" y="0"/>
                  <a:pt x="1" y="0"/>
                </a:cubicBezTo>
                <a:close/>
                <a:moveTo>
                  <a:pt x="22" y="0"/>
                </a:moveTo>
                <a:cubicBezTo>
                  <a:pt x="26" y="0"/>
                  <a:pt x="30" y="0"/>
                  <a:pt x="34" y="0"/>
                </a:cubicBezTo>
                <a:cubicBezTo>
                  <a:pt x="35" y="0"/>
                  <a:pt x="36" y="1"/>
                  <a:pt x="36" y="2"/>
                </a:cubicBezTo>
                <a:cubicBezTo>
                  <a:pt x="36" y="2"/>
                  <a:pt x="36" y="2"/>
                  <a:pt x="36" y="2"/>
                </a:cubicBezTo>
                <a:cubicBezTo>
                  <a:pt x="36" y="3"/>
                  <a:pt x="35" y="4"/>
                  <a:pt x="34" y="4"/>
                </a:cubicBezTo>
                <a:cubicBezTo>
                  <a:pt x="30" y="4"/>
                  <a:pt x="26" y="4"/>
                  <a:pt x="22" y="4"/>
                </a:cubicBezTo>
                <a:cubicBezTo>
                  <a:pt x="21" y="4"/>
                  <a:pt x="21" y="3"/>
                  <a:pt x="21" y="2"/>
                </a:cubicBezTo>
                <a:cubicBezTo>
                  <a:pt x="21" y="2"/>
                  <a:pt x="21" y="2"/>
                  <a:pt x="21" y="2"/>
                </a:cubicBezTo>
                <a:cubicBezTo>
                  <a:pt x="21" y="1"/>
                  <a:pt x="21" y="0"/>
                  <a:pt x="22" y="0"/>
                </a:cubicBezTo>
                <a:close/>
                <a:moveTo>
                  <a:pt x="43" y="0"/>
                </a:moveTo>
                <a:cubicBezTo>
                  <a:pt x="47" y="0"/>
                  <a:pt x="51" y="0"/>
                  <a:pt x="55" y="0"/>
                </a:cubicBezTo>
                <a:cubicBezTo>
                  <a:pt x="56" y="0"/>
                  <a:pt x="57" y="1"/>
                  <a:pt x="57" y="2"/>
                </a:cubicBezTo>
                <a:cubicBezTo>
                  <a:pt x="57" y="2"/>
                  <a:pt x="57" y="2"/>
                  <a:pt x="57" y="2"/>
                </a:cubicBezTo>
                <a:cubicBezTo>
                  <a:pt x="57" y="3"/>
                  <a:pt x="56" y="4"/>
                  <a:pt x="55" y="4"/>
                </a:cubicBezTo>
                <a:cubicBezTo>
                  <a:pt x="51" y="4"/>
                  <a:pt x="47" y="4"/>
                  <a:pt x="43" y="4"/>
                </a:cubicBezTo>
                <a:cubicBezTo>
                  <a:pt x="42" y="4"/>
                  <a:pt x="42" y="3"/>
                  <a:pt x="42" y="2"/>
                </a:cubicBezTo>
                <a:cubicBezTo>
                  <a:pt x="42" y="2"/>
                  <a:pt x="42" y="2"/>
                  <a:pt x="42" y="2"/>
                </a:cubicBezTo>
                <a:cubicBezTo>
                  <a:pt x="42" y="1"/>
                  <a:pt x="42" y="0"/>
                  <a:pt x="43" y="0"/>
                </a:cubicBezTo>
                <a:close/>
                <a:moveTo>
                  <a:pt x="64" y="0"/>
                </a:moveTo>
                <a:cubicBezTo>
                  <a:pt x="68" y="0"/>
                  <a:pt x="72" y="0"/>
                  <a:pt x="76" y="0"/>
                </a:cubicBezTo>
                <a:cubicBezTo>
                  <a:pt x="77" y="0"/>
                  <a:pt x="78" y="1"/>
                  <a:pt x="78" y="2"/>
                </a:cubicBezTo>
                <a:cubicBezTo>
                  <a:pt x="78" y="2"/>
                  <a:pt x="78" y="2"/>
                  <a:pt x="78" y="2"/>
                </a:cubicBezTo>
                <a:cubicBezTo>
                  <a:pt x="78" y="3"/>
                  <a:pt x="77" y="4"/>
                  <a:pt x="76" y="4"/>
                </a:cubicBezTo>
                <a:cubicBezTo>
                  <a:pt x="72" y="4"/>
                  <a:pt x="68" y="4"/>
                  <a:pt x="64" y="4"/>
                </a:cubicBezTo>
                <a:cubicBezTo>
                  <a:pt x="63" y="4"/>
                  <a:pt x="63" y="3"/>
                  <a:pt x="63" y="2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1"/>
                  <a:pt x="63" y="0"/>
                  <a:pt x="64" y="0"/>
                </a:cubicBezTo>
                <a:close/>
                <a:moveTo>
                  <a:pt x="85" y="0"/>
                </a:moveTo>
                <a:cubicBezTo>
                  <a:pt x="89" y="0"/>
                  <a:pt x="93" y="0"/>
                  <a:pt x="97" y="0"/>
                </a:cubicBezTo>
                <a:cubicBezTo>
                  <a:pt x="98" y="0"/>
                  <a:pt x="99" y="1"/>
                  <a:pt x="99" y="2"/>
                </a:cubicBezTo>
                <a:cubicBezTo>
                  <a:pt x="99" y="2"/>
                  <a:pt x="99" y="2"/>
                  <a:pt x="99" y="2"/>
                </a:cubicBezTo>
                <a:cubicBezTo>
                  <a:pt x="99" y="3"/>
                  <a:pt x="98" y="4"/>
                  <a:pt x="97" y="4"/>
                </a:cubicBezTo>
                <a:cubicBezTo>
                  <a:pt x="93" y="4"/>
                  <a:pt x="89" y="4"/>
                  <a:pt x="85" y="4"/>
                </a:cubicBezTo>
                <a:cubicBezTo>
                  <a:pt x="84" y="4"/>
                  <a:pt x="84" y="3"/>
                  <a:pt x="84" y="2"/>
                </a:cubicBezTo>
                <a:cubicBezTo>
                  <a:pt x="84" y="2"/>
                  <a:pt x="84" y="2"/>
                  <a:pt x="84" y="2"/>
                </a:cubicBezTo>
                <a:cubicBezTo>
                  <a:pt x="84" y="1"/>
                  <a:pt x="84" y="0"/>
                  <a:pt x="85" y="0"/>
                </a:cubicBezTo>
                <a:close/>
                <a:moveTo>
                  <a:pt x="106" y="0"/>
                </a:moveTo>
                <a:cubicBezTo>
                  <a:pt x="110" y="0"/>
                  <a:pt x="114" y="0"/>
                  <a:pt x="118" y="0"/>
                </a:cubicBezTo>
                <a:cubicBezTo>
                  <a:pt x="119" y="0"/>
                  <a:pt x="120" y="1"/>
                  <a:pt x="120" y="2"/>
                </a:cubicBezTo>
                <a:cubicBezTo>
                  <a:pt x="120" y="2"/>
                  <a:pt x="120" y="2"/>
                  <a:pt x="120" y="2"/>
                </a:cubicBezTo>
                <a:cubicBezTo>
                  <a:pt x="120" y="3"/>
                  <a:pt x="119" y="4"/>
                  <a:pt x="118" y="4"/>
                </a:cubicBezTo>
                <a:cubicBezTo>
                  <a:pt x="114" y="4"/>
                  <a:pt x="110" y="4"/>
                  <a:pt x="106" y="4"/>
                </a:cubicBezTo>
                <a:cubicBezTo>
                  <a:pt x="105" y="4"/>
                  <a:pt x="105" y="3"/>
                  <a:pt x="105" y="2"/>
                </a:cubicBezTo>
                <a:cubicBezTo>
                  <a:pt x="105" y="2"/>
                  <a:pt x="105" y="2"/>
                  <a:pt x="105" y="2"/>
                </a:cubicBezTo>
                <a:cubicBezTo>
                  <a:pt x="105" y="1"/>
                  <a:pt x="105" y="0"/>
                  <a:pt x="106" y="0"/>
                </a:cubicBezTo>
                <a:close/>
              </a:path>
            </a:pathLst>
          </a:custGeom>
          <a:solidFill>
            <a:srgbClr val="FEEAA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96BF1A8D-8875-0344-9BBC-144A07193A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662613" y="4440238"/>
            <a:ext cx="998537" cy="33337"/>
          </a:xfrm>
          <a:custGeom>
            <a:avLst/>
            <a:gdLst>
              <a:gd name="T0" fmla="*/ 2147483646 w 120"/>
              <a:gd name="T1" fmla="*/ 0 h 4"/>
              <a:gd name="T2" fmla="*/ 2147483646 w 120"/>
              <a:gd name="T3" fmla="*/ 0 h 4"/>
              <a:gd name="T4" fmla="*/ 2147483646 w 120"/>
              <a:gd name="T5" fmla="*/ 2147483646 h 4"/>
              <a:gd name="T6" fmla="*/ 2147483646 w 120"/>
              <a:gd name="T7" fmla="*/ 2147483646 h 4"/>
              <a:gd name="T8" fmla="*/ 2147483646 w 120"/>
              <a:gd name="T9" fmla="*/ 2147483646 h 4"/>
              <a:gd name="T10" fmla="*/ 2147483646 w 120"/>
              <a:gd name="T11" fmla="*/ 2147483646 h 4"/>
              <a:gd name="T12" fmla="*/ 0 w 120"/>
              <a:gd name="T13" fmla="*/ 2147483646 h 4"/>
              <a:gd name="T14" fmla="*/ 0 w 120"/>
              <a:gd name="T15" fmla="*/ 2147483646 h 4"/>
              <a:gd name="T16" fmla="*/ 2147483646 w 120"/>
              <a:gd name="T17" fmla="*/ 0 h 4"/>
              <a:gd name="T18" fmla="*/ 2147483646 w 120"/>
              <a:gd name="T19" fmla="*/ 0 h 4"/>
              <a:gd name="T20" fmla="*/ 2147483646 w 120"/>
              <a:gd name="T21" fmla="*/ 0 h 4"/>
              <a:gd name="T22" fmla="*/ 2147483646 w 120"/>
              <a:gd name="T23" fmla="*/ 2147483646 h 4"/>
              <a:gd name="T24" fmla="*/ 2147483646 w 120"/>
              <a:gd name="T25" fmla="*/ 2147483646 h 4"/>
              <a:gd name="T26" fmla="*/ 2147483646 w 120"/>
              <a:gd name="T27" fmla="*/ 2147483646 h 4"/>
              <a:gd name="T28" fmla="*/ 2147483646 w 120"/>
              <a:gd name="T29" fmla="*/ 2147483646 h 4"/>
              <a:gd name="T30" fmla="*/ 2147483646 w 120"/>
              <a:gd name="T31" fmla="*/ 2147483646 h 4"/>
              <a:gd name="T32" fmla="*/ 2147483646 w 120"/>
              <a:gd name="T33" fmla="*/ 2147483646 h 4"/>
              <a:gd name="T34" fmla="*/ 2147483646 w 120"/>
              <a:gd name="T35" fmla="*/ 0 h 4"/>
              <a:gd name="T36" fmla="*/ 2147483646 w 120"/>
              <a:gd name="T37" fmla="*/ 0 h 4"/>
              <a:gd name="T38" fmla="*/ 2147483646 w 120"/>
              <a:gd name="T39" fmla="*/ 0 h 4"/>
              <a:gd name="T40" fmla="*/ 2147483646 w 120"/>
              <a:gd name="T41" fmla="*/ 2147483646 h 4"/>
              <a:gd name="T42" fmla="*/ 2147483646 w 120"/>
              <a:gd name="T43" fmla="*/ 2147483646 h 4"/>
              <a:gd name="T44" fmla="*/ 2147483646 w 120"/>
              <a:gd name="T45" fmla="*/ 2147483646 h 4"/>
              <a:gd name="T46" fmla="*/ 2147483646 w 120"/>
              <a:gd name="T47" fmla="*/ 2147483646 h 4"/>
              <a:gd name="T48" fmla="*/ 2147483646 w 120"/>
              <a:gd name="T49" fmla="*/ 2147483646 h 4"/>
              <a:gd name="T50" fmla="*/ 2147483646 w 120"/>
              <a:gd name="T51" fmla="*/ 2147483646 h 4"/>
              <a:gd name="T52" fmla="*/ 2147483646 w 120"/>
              <a:gd name="T53" fmla="*/ 0 h 4"/>
              <a:gd name="T54" fmla="*/ 2147483646 w 120"/>
              <a:gd name="T55" fmla="*/ 0 h 4"/>
              <a:gd name="T56" fmla="*/ 2147483646 w 120"/>
              <a:gd name="T57" fmla="*/ 0 h 4"/>
              <a:gd name="T58" fmla="*/ 2147483646 w 120"/>
              <a:gd name="T59" fmla="*/ 2147483646 h 4"/>
              <a:gd name="T60" fmla="*/ 2147483646 w 120"/>
              <a:gd name="T61" fmla="*/ 2147483646 h 4"/>
              <a:gd name="T62" fmla="*/ 2147483646 w 120"/>
              <a:gd name="T63" fmla="*/ 2147483646 h 4"/>
              <a:gd name="T64" fmla="*/ 2147483646 w 120"/>
              <a:gd name="T65" fmla="*/ 2147483646 h 4"/>
              <a:gd name="T66" fmla="*/ 2147483646 w 120"/>
              <a:gd name="T67" fmla="*/ 2147483646 h 4"/>
              <a:gd name="T68" fmla="*/ 2147483646 w 120"/>
              <a:gd name="T69" fmla="*/ 2147483646 h 4"/>
              <a:gd name="T70" fmla="*/ 2147483646 w 120"/>
              <a:gd name="T71" fmla="*/ 0 h 4"/>
              <a:gd name="T72" fmla="*/ 2147483646 w 120"/>
              <a:gd name="T73" fmla="*/ 0 h 4"/>
              <a:gd name="T74" fmla="*/ 2147483646 w 120"/>
              <a:gd name="T75" fmla="*/ 0 h 4"/>
              <a:gd name="T76" fmla="*/ 2147483646 w 120"/>
              <a:gd name="T77" fmla="*/ 2147483646 h 4"/>
              <a:gd name="T78" fmla="*/ 2147483646 w 120"/>
              <a:gd name="T79" fmla="*/ 2147483646 h 4"/>
              <a:gd name="T80" fmla="*/ 2147483646 w 120"/>
              <a:gd name="T81" fmla="*/ 2147483646 h 4"/>
              <a:gd name="T82" fmla="*/ 2147483646 w 120"/>
              <a:gd name="T83" fmla="*/ 2147483646 h 4"/>
              <a:gd name="T84" fmla="*/ 2147483646 w 120"/>
              <a:gd name="T85" fmla="*/ 2147483646 h 4"/>
              <a:gd name="T86" fmla="*/ 2147483646 w 120"/>
              <a:gd name="T87" fmla="*/ 2147483646 h 4"/>
              <a:gd name="T88" fmla="*/ 2147483646 w 120"/>
              <a:gd name="T89" fmla="*/ 0 h 4"/>
              <a:gd name="T90" fmla="*/ 2147483646 w 120"/>
              <a:gd name="T91" fmla="*/ 0 h 4"/>
              <a:gd name="T92" fmla="*/ 2147483646 w 120"/>
              <a:gd name="T93" fmla="*/ 0 h 4"/>
              <a:gd name="T94" fmla="*/ 2147483646 w 120"/>
              <a:gd name="T95" fmla="*/ 2147483646 h 4"/>
              <a:gd name="T96" fmla="*/ 2147483646 w 120"/>
              <a:gd name="T97" fmla="*/ 2147483646 h 4"/>
              <a:gd name="T98" fmla="*/ 2147483646 w 120"/>
              <a:gd name="T99" fmla="*/ 2147483646 h 4"/>
              <a:gd name="T100" fmla="*/ 2147483646 w 120"/>
              <a:gd name="T101" fmla="*/ 2147483646 h 4"/>
              <a:gd name="T102" fmla="*/ 2147483646 w 120"/>
              <a:gd name="T103" fmla="*/ 2147483646 h 4"/>
              <a:gd name="T104" fmla="*/ 2147483646 w 120"/>
              <a:gd name="T105" fmla="*/ 2147483646 h 4"/>
              <a:gd name="T106" fmla="*/ 2147483646 w 120"/>
              <a:gd name="T107" fmla="*/ 0 h 4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120"/>
              <a:gd name="T163" fmla="*/ 0 h 4"/>
              <a:gd name="T164" fmla="*/ 120 w 120"/>
              <a:gd name="T165" fmla="*/ 4 h 4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120" h="4">
                <a:moveTo>
                  <a:pt x="1" y="0"/>
                </a:moveTo>
                <a:cubicBezTo>
                  <a:pt x="5" y="0"/>
                  <a:pt x="9" y="0"/>
                  <a:pt x="13" y="0"/>
                </a:cubicBezTo>
                <a:cubicBezTo>
                  <a:pt x="14" y="0"/>
                  <a:pt x="15" y="1"/>
                  <a:pt x="15" y="2"/>
                </a:cubicBezTo>
                <a:cubicBezTo>
                  <a:pt x="15" y="2"/>
                  <a:pt x="15" y="2"/>
                  <a:pt x="15" y="2"/>
                </a:cubicBezTo>
                <a:cubicBezTo>
                  <a:pt x="15" y="3"/>
                  <a:pt x="14" y="4"/>
                  <a:pt x="13" y="4"/>
                </a:cubicBezTo>
                <a:cubicBezTo>
                  <a:pt x="9" y="4"/>
                  <a:pt x="5" y="4"/>
                  <a:pt x="1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0" y="0"/>
                  <a:pt x="1" y="0"/>
                </a:cubicBezTo>
                <a:close/>
                <a:moveTo>
                  <a:pt x="22" y="0"/>
                </a:moveTo>
                <a:cubicBezTo>
                  <a:pt x="26" y="0"/>
                  <a:pt x="30" y="0"/>
                  <a:pt x="34" y="0"/>
                </a:cubicBezTo>
                <a:cubicBezTo>
                  <a:pt x="35" y="0"/>
                  <a:pt x="36" y="1"/>
                  <a:pt x="36" y="2"/>
                </a:cubicBezTo>
                <a:cubicBezTo>
                  <a:pt x="36" y="2"/>
                  <a:pt x="36" y="2"/>
                  <a:pt x="36" y="2"/>
                </a:cubicBezTo>
                <a:cubicBezTo>
                  <a:pt x="36" y="3"/>
                  <a:pt x="35" y="4"/>
                  <a:pt x="34" y="4"/>
                </a:cubicBezTo>
                <a:cubicBezTo>
                  <a:pt x="30" y="4"/>
                  <a:pt x="26" y="4"/>
                  <a:pt x="22" y="4"/>
                </a:cubicBezTo>
                <a:cubicBezTo>
                  <a:pt x="21" y="4"/>
                  <a:pt x="21" y="3"/>
                  <a:pt x="21" y="2"/>
                </a:cubicBezTo>
                <a:cubicBezTo>
                  <a:pt x="21" y="2"/>
                  <a:pt x="21" y="2"/>
                  <a:pt x="21" y="2"/>
                </a:cubicBezTo>
                <a:cubicBezTo>
                  <a:pt x="21" y="1"/>
                  <a:pt x="21" y="0"/>
                  <a:pt x="22" y="0"/>
                </a:cubicBezTo>
                <a:close/>
                <a:moveTo>
                  <a:pt x="43" y="0"/>
                </a:moveTo>
                <a:cubicBezTo>
                  <a:pt x="47" y="0"/>
                  <a:pt x="51" y="0"/>
                  <a:pt x="55" y="0"/>
                </a:cubicBezTo>
                <a:cubicBezTo>
                  <a:pt x="56" y="0"/>
                  <a:pt x="57" y="1"/>
                  <a:pt x="57" y="2"/>
                </a:cubicBezTo>
                <a:cubicBezTo>
                  <a:pt x="57" y="2"/>
                  <a:pt x="57" y="2"/>
                  <a:pt x="57" y="2"/>
                </a:cubicBezTo>
                <a:cubicBezTo>
                  <a:pt x="57" y="3"/>
                  <a:pt x="56" y="4"/>
                  <a:pt x="55" y="4"/>
                </a:cubicBezTo>
                <a:cubicBezTo>
                  <a:pt x="51" y="4"/>
                  <a:pt x="47" y="4"/>
                  <a:pt x="43" y="4"/>
                </a:cubicBezTo>
                <a:cubicBezTo>
                  <a:pt x="42" y="4"/>
                  <a:pt x="42" y="3"/>
                  <a:pt x="42" y="2"/>
                </a:cubicBezTo>
                <a:cubicBezTo>
                  <a:pt x="42" y="2"/>
                  <a:pt x="42" y="2"/>
                  <a:pt x="42" y="2"/>
                </a:cubicBezTo>
                <a:cubicBezTo>
                  <a:pt x="42" y="1"/>
                  <a:pt x="42" y="0"/>
                  <a:pt x="43" y="0"/>
                </a:cubicBezTo>
                <a:close/>
                <a:moveTo>
                  <a:pt x="64" y="0"/>
                </a:moveTo>
                <a:cubicBezTo>
                  <a:pt x="68" y="0"/>
                  <a:pt x="72" y="0"/>
                  <a:pt x="76" y="0"/>
                </a:cubicBezTo>
                <a:cubicBezTo>
                  <a:pt x="77" y="0"/>
                  <a:pt x="78" y="1"/>
                  <a:pt x="78" y="2"/>
                </a:cubicBezTo>
                <a:cubicBezTo>
                  <a:pt x="78" y="2"/>
                  <a:pt x="78" y="2"/>
                  <a:pt x="78" y="2"/>
                </a:cubicBezTo>
                <a:cubicBezTo>
                  <a:pt x="78" y="3"/>
                  <a:pt x="77" y="4"/>
                  <a:pt x="76" y="4"/>
                </a:cubicBezTo>
                <a:cubicBezTo>
                  <a:pt x="72" y="4"/>
                  <a:pt x="68" y="4"/>
                  <a:pt x="64" y="4"/>
                </a:cubicBezTo>
                <a:cubicBezTo>
                  <a:pt x="63" y="4"/>
                  <a:pt x="63" y="3"/>
                  <a:pt x="63" y="2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1"/>
                  <a:pt x="63" y="0"/>
                  <a:pt x="64" y="0"/>
                </a:cubicBezTo>
                <a:close/>
                <a:moveTo>
                  <a:pt x="85" y="0"/>
                </a:moveTo>
                <a:cubicBezTo>
                  <a:pt x="89" y="0"/>
                  <a:pt x="93" y="0"/>
                  <a:pt x="97" y="0"/>
                </a:cubicBezTo>
                <a:cubicBezTo>
                  <a:pt x="98" y="0"/>
                  <a:pt x="99" y="1"/>
                  <a:pt x="99" y="2"/>
                </a:cubicBezTo>
                <a:cubicBezTo>
                  <a:pt x="99" y="2"/>
                  <a:pt x="99" y="2"/>
                  <a:pt x="99" y="2"/>
                </a:cubicBezTo>
                <a:cubicBezTo>
                  <a:pt x="99" y="3"/>
                  <a:pt x="98" y="4"/>
                  <a:pt x="97" y="4"/>
                </a:cubicBezTo>
                <a:cubicBezTo>
                  <a:pt x="93" y="4"/>
                  <a:pt x="89" y="4"/>
                  <a:pt x="85" y="4"/>
                </a:cubicBezTo>
                <a:cubicBezTo>
                  <a:pt x="84" y="4"/>
                  <a:pt x="84" y="3"/>
                  <a:pt x="84" y="2"/>
                </a:cubicBezTo>
                <a:cubicBezTo>
                  <a:pt x="84" y="2"/>
                  <a:pt x="84" y="2"/>
                  <a:pt x="84" y="2"/>
                </a:cubicBezTo>
                <a:cubicBezTo>
                  <a:pt x="84" y="1"/>
                  <a:pt x="84" y="0"/>
                  <a:pt x="85" y="0"/>
                </a:cubicBezTo>
                <a:close/>
                <a:moveTo>
                  <a:pt x="106" y="0"/>
                </a:moveTo>
                <a:cubicBezTo>
                  <a:pt x="110" y="0"/>
                  <a:pt x="114" y="0"/>
                  <a:pt x="118" y="0"/>
                </a:cubicBezTo>
                <a:cubicBezTo>
                  <a:pt x="119" y="0"/>
                  <a:pt x="120" y="1"/>
                  <a:pt x="120" y="2"/>
                </a:cubicBezTo>
                <a:cubicBezTo>
                  <a:pt x="120" y="2"/>
                  <a:pt x="120" y="2"/>
                  <a:pt x="120" y="2"/>
                </a:cubicBezTo>
                <a:cubicBezTo>
                  <a:pt x="120" y="3"/>
                  <a:pt x="119" y="4"/>
                  <a:pt x="118" y="4"/>
                </a:cubicBezTo>
                <a:cubicBezTo>
                  <a:pt x="114" y="4"/>
                  <a:pt x="110" y="4"/>
                  <a:pt x="106" y="4"/>
                </a:cubicBezTo>
                <a:cubicBezTo>
                  <a:pt x="105" y="4"/>
                  <a:pt x="105" y="3"/>
                  <a:pt x="105" y="2"/>
                </a:cubicBezTo>
                <a:cubicBezTo>
                  <a:pt x="105" y="2"/>
                  <a:pt x="105" y="2"/>
                  <a:pt x="105" y="2"/>
                </a:cubicBezTo>
                <a:cubicBezTo>
                  <a:pt x="105" y="1"/>
                  <a:pt x="105" y="0"/>
                  <a:pt x="106" y="0"/>
                </a:cubicBezTo>
                <a:close/>
              </a:path>
            </a:pathLst>
          </a:custGeom>
          <a:solidFill>
            <a:srgbClr val="FEEAA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56" descr="D:\Documents\Tencent Files\360469041\Image\Group\Image1\AE4UIQYE2W}THMJXP_GKCEV.jpg">
            <a:extLst>
              <a:ext uri="{FF2B5EF4-FFF2-40B4-BE49-F238E27FC236}">
                <a16:creationId xmlns:a16="http://schemas.microsoft.com/office/drawing/2014/main" id="{95C56DD6-4008-5F41-B62C-46A6B2DEB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163" y="1328738"/>
            <a:ext cx="25019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" name="Freeform 13">
            <a:extLst>
              <a:ext uri="{FF2B5EF4-FFF2-40B4-BE49-F238E27FC236}">
                <a16:creationId xmlns:a16="http://schemas.microsoft.com/office/drawing/2014/main" id="{B7340F42-AABF-5C48-8EC8-CEC2ECE30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525" y="3200400"/>
            <a:ext cx="498475" cy="1430338"/>
          </a:xfrm>
          <a:custGeom>
            <a:avLst/>
            <a:gdLst>
              <a:gd name="T0" fmla="*/ 0 w 314"/>
              <a:gd name="T1" fmla="*/ 0 h 901"/>
              <a:gd name="T2" fmla="*/ 2147483646 w 314"/>
              <a:gd name="T3" fmla="*/ 2147483646 h 901"/>
              <a:gd name="T4" fmla="*/ 2147483646 w 314"/>
              <a:gd name="T5" fmla="*/ 2147483646 h 901"/>
              <a:gd name="T6" fmla="*/ 0 w 314"/>
              <a:gd name="T7" fmla="*/ 2147483646 h 901"/>
              <a:gd name="T8" fmla="*/ 0 w 314"/>
              <a:gd name="T9" fmla="*/ 0 h 901"/>
              <a:gd name="T10" fmla="*/ 0 w 314"/>
              <a:gd name="T11" fmla="*/ 0 h 9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4"/>
              <a:gd name="T19" fmla="*/ 0 h 901"/>
              <a:gd name="T20" fmla="*/ 314 w 314"/>
              <a:gd name="T21" fmla="*/ 901 h 90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4" h="901">
                <a:moveTo>
                  <a:pt x="0" y="0"/>
                </a:moveTo>
                <a:lnTo>
                  <a:pt x="314" y="299"/>
                </a:lnTo>
                <a:lnTo>
                  <a:pt x="314" y="901"/>
                </a:lnTo>
                <a:lnTo>
                  <a:pt x="0" y="603"/>
                </a:lnTo>
                <a:lnTo>
                  <a:pt x="0" y="0"/>
                </a:lnTo>
                <a:close/>
              </a:path>
            </a:pathLst>
          </a:custGeom>
          <a:solidFill>
            <a:srgbClr val="D46B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04713771-CE39-AF4B-821B-0CE8B585842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978525" y="4032250"/>
            <a:ext cx="498475" cy="506413"/>
          </a:xfrm>
          <a:custGeom>
            <a:avLst/>
            <a:gdLst>
              <a:gd name="T0" fmla="*/ 2147483646 w 60"/>
              <a:gd name="T1" fmla="*/ 2147483646 h 61"/>
              <a:gd name="T2" fmla="*/ 2147483646 w 60"/>
              <a:gd name="T3" fmla="*/ 2147483646 h 61"/>
              <a:gd name="T4" fmla="*/ 2147483646 w 60"/>
              <a:gd name="T5" fmla="*/ 2147483646 h 61"/>
              <a:gd name="T6" fmla="*/ 2147483646 w 60"/>
              <a:gd name="T7" fmla="*/ 2147483646 h 61"/>
              <a:gd name="T8" fmla="*/ 2147483646 w 60"/>
              <a:gd name="T9" fmla="*/ 2147483646 h 61"/>
              <a:gd name="T10" fmla="*/ 2147483646 w 60"/>
              <a:gd name="T11" fmla="*/ 2147483646 h 61"/>
              <a:gd name="T12" fmla="*/ 2147483646 w 60"/>
              <a:gd name="T13" fmla="*/ 2147483646 h 61"/>
              <a:gd name="T14" fmla="*/ 0 w 60"/>
              <a:gd name="T15" fmla="*/ 2147483646 h 61"/>
              <a:gd name="T16" fmla="*/ 0 w 60"/>
              <a:gd name="T17" fmla="*/ 0 h 61"/>
              <a:gd name="T18" fmla="*/ 2147483646 w 60"/>
              <a:gd name="T19" fmla="*/ 2147483646 h 61"/>
              <a:gd name="T20" fmla="*/ 2147483646 w 60"/>
              <a:gd name="T21" fmla="*/ 2147483646 h 61"/>
              <a:gd name="T22" fmla="*/ 2147483646 w 60"/>
              <a:gd name="T23" fmla="*/ 2147483646 h 61"/>
              <a:gd name="T24" fmla="*/ 2147483646 w 60"/>
              <a:gd name="T25" fmla="*/ 2147483646 h 61"/>
              <a:gd name="T26" fmla="*/ 0 w 60"/>
              <a:gd name="T27" fmla="*/ 2147483646 h 61"/>
              <a:gd name="T28" fmla="*/ 2147483646 w 60"/>
              <a:gd name="T29" fmla="*/ 2147483646 h 61"/>
              <a:gd name="T30" fmla="*/ 2147483646 w 60"/>
              <a:gd name="T31" fmla="*/ 2147483646 h 61"/>
              <a:gd name="T32" fmla="*/ 2147483646 w 60"/>
              <a:gd name="T33" fmla="*/ 2147483646 h 61"/>
              <a:gd name="T34" fmla="*/ 2147483646 w 60"/>
              <a:gd name="T35" fmla="*/ 2147483646 h 61"/>
              <a:gd name="T36" fmla="*/ 2147483646 w 60"/>
              <a:gd name="T37" fmla="*/ 2147483646 h 61"/>
              <a:gd name="T38" fmla="*/ 2147483646 w 60"/>
              <a:gd name="T39" fmla="*/ 2147483646 h 61"/>
              <a:gd name="T40" fmla="*/ 2147483646 w 60"/>
              <a:gd name="T41" fmla="*/ 2147483646 h 61"/>
              <a:gd name="T42" fmla="*/ 2147483646 w 60"/>
              <a:gd name="T43" fmla="*/ 2147483646 h 61"/>
              <a:gd name="T44" fmla="*/ 2147483646 w 60"/>
              <a:gd name="T45" fmla="*/ 2147483646 h 61"/>
              <a:gd name="T46" fmla="*/ 2147483646 w 60"/>
              <a:gd name="T47" fmla="*/ 2147483646 h 61"/>
              <a:gd name="T48" fmla="*/ 2147483646 w 60"/>
              <a:gd name="T49" fmla="*/ 2147483646 h 61"/>
              <a:gd name="T50" fmla="*/ 2147483646 w 60"/>
              <a:gd name="T51" fmla="*/ 2147483646 h 61"/>
              <a:gd name="T52" fmla="*/ 2147483646 w 60"/>
              <a:gd name="T53" fmla="*/ 2147483646 h 61"/>
              <a:gd name="T54" fmla="*/ 2147483646 w 60"/>
              <a:gd name="T55" fmla="*/ 2147483646 h 61"/>
              <a:gd name="T56" fmla="*/ 2147483646 w 60"/>
              <a:gd name="T57" fmla="*/ 2147483646 h 61"/>
              <a:gd name="T58" fmla="*/ 2147483646 w 60"/>
              <a:gd name="T59" fmla="*/ 2147483646 h 61"/>
              <a:gd name="T60" fmla="*/ 2147483646 w 60"/>
              <a:gd name="T61" fmla="*/ 2147483646 h 61"/>
              <a:gd name="T62" fmla="*/ 2147483646 w 60"/>
              <a:gd name="T63" fmla="*/ 2147483646 h 61"/>
              <a:gd name="T64" fmla="*/ 2147483646 w 60"/>
              <a:gd name="T65" fmla="*/ 2147483646 h 61"/>
              <a:gd name="T66" fmla="*/ 2147483646 w 60"/>
              <a:gd name="T67" fmla="*/ 2147483646 h 61"/>
              <a:gd name="T68" fmla="*/ 2147483646 w 60"/>
              <a:gd name="T69" fmla="*/ 2147483646 h 61"/>
              <a:gd name="T70" fmla="*/ 2147483646 w 60"/>
              <a:gd name="T71" fmla="*/ 2147483646 h 61"/>
              <a:gd name="T72" fmla="*/ 2147483646 w 60"/>
              <a:gd name="T73" fmla="*/ 2147483646 h 61"/>
              <a:gd name="T74" fmla="*/ 2147483646 w 60"/>
              <a:gd name="T75" fmla="*/ 2147483646 h 61"/>
              <a:gd name="T76" fmla="*/ 2147483646 w 60"/>
              <a:gd name="T77" fmla="*/ 2147483646 h 61"/>
              <a:gd name="T78" fmla="*/ 2147483646 w 60"/>
              <a:gd name="T79" fmla="*/ 2147483646 h 61"/>
              <a:gd name="T80" fmla="*/ 2147483646 w 60"/>
              <a:gd name="T81" fmla="*/ 2147483646 h 61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60"/>
              <a:gd name="T124" fmla="*/ 0 h 61"/>
              <a:gd name="T125" fmla="*/ 60 w 60"/>
              <a:gd name="T126" fmla="*/ 61 h 61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60" h="61">
                <a:moveTo>
                  <a:pt x="60" y="57"/>
                </a:moveTo>
                <a:cubicBezTo>
                  <a:pt x="60" y="61"/>
                  <a:pt x="60" y="61"/>
                  <a:pt x="60" y="61"/>
                </a:cubicBezTo>
                <a:cubicBezTo>
                  <a:pt x="58" y="59"/>
                  <a:pt x="56" y="57"/>
                  <a:pt x="53" y="55"/>
                </a:cubicBezTo>
                <a:cubicBezTo>
                  <a:pt x="53" y="55"/>
                  <a:pt x="53" y="54"/>
                  <a:pt x="53" y="53"/>
                </a:cubicBezTo>
                <a:cubicBezTo>
                  <a:pt x="53" y="53"/>
                  <a:pt x="53" y="53"/>
                  <a:pt x="53" y="53"/>
                </a:cubicBezTo>
                <a:cubicBezTo>
                  <a:pt x="54" y="52"/>
                  <a:pt x="55" y="52"/>
                  <a:pt x="56" y="53"/>
                </a:cubicBezTo>
                <a:cubicBezTo>
                  <a:pt x="57" y="54"/>
                  <a:pt x="58" y="56"/>
                  <a:pt x="60" y="57"/>
                </a:cubicBezTo>
                <a:close/>
                <a:moveTo>
                  <a:pt x="0" y="4"/>
                </a:moveTo>
                <a:cubicBezTo>
                  <a:pt x="0" y="0"/>
                  <a:pt x="0" y="0"/>
                  <a:pt x="0" y="0"/>
                </a:cubicBezTo>
                <a:cubicBezTo>
                  <a:pt x="1" y="1"/>
                  <a:pt x="2" y="2"/>
                  <a:pt x="3" y="3"/>
                </a:cubicBezTo>
                <a:cubicBezTo>
                  <a:pt x="4" y="4"/>
                  <a:pt x="4" y="5"/>
                  <a:pt x="4" y="6"/>
                </a:cubicBezTo>
                <a:cubicBezTo>
                  <a:pt x="4" y="6"/>
                  <a:pt x="4" y="6"/>
                  <a:pt x="4" y="6"/>
                </a:cubicBezTo>
                <a:cubicBezTo>
                  <a:pt x="3" y="6"/>
                  <a:pt x="2" y="6"/>
                  <a:pt x="1" y="6"/>
                </a:cubicBezTo>
                <a:cubicBezTo>
                  <a:pt x="1" y="5"/>
                  <a:pt x="0" y="5"/>
                  <a:pt x="0" y="4"/>
                </a:cubicBezTo>
                <a:close/>
                <a:moveTo>
                  <a:pt x="10" y="10"/>
                </a:moveTo>
                <a:cubicBezTo>
                  <a:pt x="13" y="12"/>
                  <a:pt x="16" y="15"/>
                  <a:pt x="19" y="18"/>
                </a:cubicBezTo>
                <a:cubicBezTo>
                  <a:pt x="19" y="18"/>
                  <a:pt x="19" y="19"/>
                  <a:pt x="19" y="20"/>
                </a:cubicBezTo>
                <a:cubicBezTo>
                  <a:pt x="19" y="20"/>
                  <a:pt x="19" y="20"/>
                  <a:pt x="19" y="20"/>
                </a:cubicBezTo>
                <a:cubicBezTo>
                  <a:pt x="18" y="21"/>
                  <a:pt x="17" y="21"/>
                  <a:pt x="16" y="20"/>
                </a:cubicBezTo>
                <a:cubicBezTo>
                  <a:pt x="14" y="17"/>
                  <a:pt x="11" y="15"/>
                  <a:pt x="8" y="12"/>
                </a:cubicBezTo>
                <a:cubicBezTo>
                  <a:pt x="7" y="11"/>
                  <a:pt x="7" y="10"/>
                  <a:pt x="8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9"/>
                  <a:pt x="9" y="9"/>
                  <a:pt x="10" y="10"/>
                </a:cubicBezTo>
                <a:close/>
                <a:moveTo>
                  <a:pt x="25" y="24"/>
                </a:moveTo>
                <a:cubicBezTo>
                  <a:pt x="28" y="27"/>
                  <a:pt x="31" y="30"/>
                  <a:pt x="34" y="32"/>
                </a:cubicBezTo>
                <a:cubicBezTo>
                  <a:pt x="35" y="33"/>
                  <a:pt x="35" y="34"/>
                  <a:pt x="34" y="35"/>
                </a:cubicBezTo>
                <a:cubicBezTo>
                  <a:pt x="34" y="35"/>
                  <a:pt x="34" y="35"/>
                  <a:pt x="34" y="35"/>
                </a:cubicBezTo>
                <a:cubicBezTo>
                  <a:pt x="33" y="35"/>
                  <a:pt x="32" y="35"/>
                  <a:pt x="32" y="35"/>
                </a:cubicBezTo>
                <a:cubicBezTo>
                  <a:pt x="29" y="32"/>
                  <a:pt x="26" y="29"/>
                  <a:pt x="23" y="27"/>
                </a:cubicBezTo>
                <a:cubicBezTo>
                  <a:pt x="22" y="26"/>
                  <a:pt x="22" y="25"/>
                  <a:pt x="23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4" y="24"/>
                  <a:pt x="25" y="23"/>
                  <a:pt x="25" y="24"/>
                </a:cubicBezTo>
                <a:close/>
                <a:moveTo>
                  <a:pt x="41" y="39"/>
                </a:moveTo>
                <a:cubicBezTo>
                  <a:pt x="43" y="41"/>
                  <a:pt x="46" y="44"/>
                  <a:pt x="49" y="47"/>
                </a:cubicBezTo>
                <a:cubicBezTo>
                  <a:pt x="50" y="47"/>
                  <a:pt x="50" y="48"/>
                  <a:pt x="49" y="49"/>
                </a:cubicBezTo>
                <a:cubicBezTo>
                  <a:pt x="49" y="49"/>
                  <a:pt x="49" y="49"/>
                  <a:pt x="49" y="49"/>
                </a:cubicBezTo>
                <a:cubicBezTo>
                  <a:pt x="48" y="50"/>
                  <a:pt x="47" y="50"/>
                  <a:pt x="47" y="49"/>
                </a:cubicBezTo>
                <a:cubicBezTo>
                  <a:pt x="44" y="46"/>
                  <a:pt x="41" y="44"/>
                  <a:pt x="38" y="41"/>
                </a:cubicBezTo>
                <a:cubicBezTo>
                  <a:pt x="38" y="40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cubicBezTo>
                  <a:pt x="39" y="38"/>
                  <a:pt x="40" y="38"/>
                  <a:pt x="41" y="39"/>
                </a:cubicBezTo>
                <a:close/>
              </a:path>
            </a:pathLst>
          </a:custGeom>
          <a:solidFill>
            <a:srgbClr val="F4B4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20">
            <a:extLst>
              <a:ext uri="{FF2B5EF4-FFF2-40B4-BE49-F238E27FC236}">
                <a16:creationId xmlns:a16="http://schemas.microsoft.com/office/drawing/2014/main" id="{F484E310-548D-1A42-A32D-5B58CC94B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6725" y="1747838"/>
            <a:ext cx="1081088" cy="955675"/>
          </a:xfrm>
          <a:custGeom>
            <a:avLst/>
            <a:gdLst>
              <a:gd name="T0" fmla="*/ 0 w 681"/>
              <a:gd name="T1" fmla="*/ 0 h 602"/>
              <a:gd name="T2" fmla="*/ 2147483646 w 681"/>
              <a:gd name="T3" fmla="*/ 0 h 602"/>
              <a:gd name="T4" fmla="*/ 2147483646 w 681"/>
              <a:gd name="T5" fmla="*/ 2147483646 h 602"/>
              <a:gd name="T6" fmla="*/ 0 w 681"/>
              <a:gd name="T7" fmla="*/ 2147483646 h 602"/>
              <a:gd name="T8" fmla="*/ 2147483646 w 681"/>
              <a:gd name="T9" fmla="*/ 2147483646 h 602"/>
              <a:gd name="T10" fmla="*/ 0 w 681"/>
              <a:gd name="T11" fmla="*/ 0 h 602"/>
              <a:gd name="T12" fmla="*/ 0 w 681"/>
              <a:gd name="T13" fmla="*/ 0 h 6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81"/>
              <a:gd name="T22" fmla="*/ 0 h 602"/>
              <a:gd name="T23" fmla="*/ 681 w 681"/>
              <a:gd name="T24" fmla="*/ 602 h 6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81" h="602">
                <a:moveTo>
                  <a:pt x="0" y="0"/>
                </a:moveTo>
                <a:lnTo>
                  <a:pt x="681" y="0"/>
                </a:lnTo>
                <a:lnTo>
                  <a:pt x="681" y="602"/>
                </a:lnTo>
                <a:lnTo>
                  <a:pt x="0" y="602"/>
                </a:lnTo>
                <a:lnTo>
                  <a:pt x="183" y="298"/>
                </a:lnTo>
                <a:lnTo>
                  <a:pt x="0" y="0"/>
                </a:lnTo>
                <a:close/>
              </a:path>
            </a:pathLst>
          </a:custGeom>
          <a:solidFill>
            <a:srgbClr val="EE764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21">
            <a:extLst>
              <a:ext uri="{FF2B5EF4-FFF2-40B4-BE49-F238E27FC236}">
                <a16:creationId xmlns:a16="http://schemas.microsoft.com/office/drawing/2014/main" id="{51BD384F-1FD5-7C42-87ED-5E1C355B0BF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662613" y="1804988"/>
            <a:ext cx="998537" cy="33337"/>
          </a:xfrm>
          <a:custGeom>
            <a:avLst/>
            <a:gdLst>
              <a:gd name="T0" fmla="*/ 2147483646 w 120"/>
              <a:gd name="T1" fmla="*/ 0 h 4"/>
              <a:gd name="T2" fmla="*/ 2147483646 w 120"/>
              <a:gd name="T3" fmla="*/ 0 h 4"/>
              <a:gd name="T4" fmla="*/ 2147483646 w 120"/>
              <a:gd name="T5" fmla="*/ 2147483646 h 4"/>
              <a:gd name="T6" fmla="*/ 2147483646 w 120"/>
              <a:gd name="T7" fmla="*/ 2147483646 h 4"/>
              <a:gd name="T8" fmla="*/ 2147483646 w 120"/>
              <a:gd name="T9" fmla="*/ 2147483646 h 4"/>
              <a:gd name="T10" fmla="*/ 2147483646 w 120"/>
              <a:gd name="T11" fmla="*/ 2147483646 h 4"/>
              <a:gd name="T12" fmla="*/ 0 w 120"/>
              <a:gd name="T13" fmla="*/ 2147483646 h 4"/>
              <a:gd name="T14" fmla="*/ 0 w 120"/>
              <a:gd name="T15" fmla="*/ 2147483646 h 4"/>
              <a:gd name="T16" fmla="*/ 2147483646 w 120"/>
              <a:gd name="T17" fmla="*/ 0 h 4"/>
              <a:gd name="T18" fmla="*/ 2147483646 w 120"/>
              <a:gd name="T19" fmla="*/ 0 h 4"/>
              <a:gd name="T20" fmla="*/ 2147483646 w 120"/>
              <a:gd name="T21" fmla="*/ 0 h 4"/>
              <a:gd name="T22" fmla="*/ 2147483646 w 120"/>
              <a:gd name="T23" fmla="*/ 2147483646 h 4"/>
              <a:gd name="T24" fmla="*/ 2147483646 w 120"/>
              <a:gd name="T25" fmla="*/ 2147483646 h 4"/>
              <a:gd name="T26" fmla="*/ 2147483646 w 120"/>
              <a:gd name="T27" fmla="*/ 2147483646 h 4"/>
              <a:gd name="T28" fmla="*/ 2147483646 w 120"/>
              <a:gd name="T29" fmla="*/ 2147483646 h 4"/>
              <a:gd name="T30" fmla="*/ 2147483646 w 120"/>
              <a:gd name="T31" fmla="*/ 2147483646 h 4"/>
              <a:gd name="T32" fmla="*/ 2147483646 w 120"/>
              <a:gd name="T33" fmla="*/ 2147483646 h 4"/>
              <a:gd name="T34" fmla="*/ 2147483646 w 120"/>
              <a:gd name="T35" fmla="*/ 0 h 4"/>
              <a:gd name="T36" fmla="*/ 2147483646 w 120"/>
              <a:gd name="T37" fmla="*/ 0 h 4"/>
              <a:gd name="T38" fmla="*/ 2147483646 w 120"/>
              <a:gd name="T39" fmla="*/ 0 h 4"/>
              <a:gd name="T40" fmla="*/ 2147483646 w 120"/>
              <a:gd name="T41" fmla="*/ 2147483646 h 4"/>
              <a:gd name="T42" fmla="*/ 2147483646 w 120"/>
              <a:gd name="T43" fmla="*/ 2147483646 h 4"/>
              <a:gd name="T44" fmla="*/ 2147483646 w 120"/>
              <a:gd name="T45" fmla="*/ 2147483646 h 4"/>
              <a:gd name="T46" fmla="*/ 2147483646 w 120"/>
              <a:gd name="T47" fmla="*/ 2147483646 h 4"/>
              <a:gd name="T48" fmla="*/ 2147483646 w 120"/>
              <a:gd name="T49" fmla="*/ 2147483646 h 4"/>
              <a:gd name="T50" fmla="*/ 2147483646 w 120"/>
              <a:gd name="T51" fmla="*/ 2147483646 h 4"/>
              <a:gd name="T52" fmla="*/ 2147483646 w 120"/>
              <a:gd name="T53" fmla="*/ 0 h 4"/>
              <a:gd name="T54" fmla="*/ 2147483646 w 120"/>
              <a:gd name="T55" fmla="*/ 0 h 4"/>
              <a:gd name="T56" fmla="*/ 2147483646 w 120"/>
              <a:gd name="T57" fmla="*/ 0 h 4"/>
              <a:gd name="T58" fmla="*/ 2147483646 w 120"/>
              <a:gd name="T59" fmla="*/ 2147483646 h 4"/>
              <a:gd name="T60" fmla="*/ 2147483646 w 120"/>
              <a:gd name="T61" fmla="*/ 2147483646 h 4"/>
              <a:gd name="T62" fmla="*/ 2147483646 w 120"/>
              <a:gd name="T63" fmla="*/ 2147483646 h 4"/>
              <a:gd name="T64" fmla="*/ 2147483646 w 120"/>
              <a:gd name="T65" fmla="*/ 2147483646 h 4"/>
              <a:gd name="T66" fmla="*/ 2147483646 w 120"/>
              <a:gd name="T67" fmla="*/ 2147483646 h 4"/>
              <a:gd name="T68" fmla="*/ 2147483646 w 120"/>
              <a:gd name="T69" fmla="*/ 2147483646 h 4"/>
              <a:gd name="T70" fmla="*/ 2147483646 w 120"/>
              <a:gd name="T71" fmla="*/ 0 h 4"/>
              <a:gd name="T72" fmla="*/ 2147483646 w 120"/>
              <a:gd name="T73" fmla="*/ 0 h 4"/>
              <a:gd name="T74" fmla="*/ 2147483646 w 120"/>
              <a:gd name="T75" fmla="*/ 0 h 4"/>
              <a:gd name="T76" fmla="*/ 2147483646 w 120"/>
              <a:gd name="T77" fmla="*/ 2147483646 h 4"/>
              <a:gd name="T78" fmla="*/ 2147483646 w 120"/>
              <a:gd name="T79" fmla="*/ 2147483646 h 4"/>
              <a:gd name="T80" fmla="*/ 2147483646 w 120"/>
              <a:gd name="T81" fmla="*/ 2147483646 h 4"/>
              <a:gd name="T82" fmla="*/ 2147483646 w 120"/>
              <a:gd name="T83" fmla="*/ 2147483646 h 4"/>
              <a:gd name="T84" fmla="*/ 2147483646 w 120"/>
              <a:gd name="T85" fmla="*/ 2147483646 h 4"/>
              <a:gd name="T86" fmla="*/ 2147483646 w 120"/>
              <a:gd name="T87" fmla="*/ 2147483646 h 4"/>
              <a:gd name="T88" fmla="*/ 2147483646 w 120"/>
              <a:gd name="T89" fmla="*/ 0 h 4"/>
              <a:gd name="T90" fmla="*/ 2147483646 w 120"/>
              <a:gd name="T91" fmla="*/ 0 h 4"/>
              <a:gd name="T92" fmla="*/ 2147483646 w 120"/>
              <a:gd name="T93" fmla="*/ 0 h 4"/>
              <a:gd name="T94" fmla="*/ 2147483646 w 120"/>
              <a:gd name="T95" fmla="*/ 2147483646 h 4"/>
              <a:gd name="T96" fmla="*/ 2147483646 w 120"/>
              <a:gd name="T97" fmla="*/ 2147483646 h 4"/>
              <a:gd name="T98" fmla="*/ 2147483646 w 120"/>
              <a:gd name="T99" fmla="*/ 2147483646 h 4"/>
              <a:gd name="T100" fmla="*/ 2147483646 w 120"/>
              <a:gd name="T101" fmla="*/ 2147483646 h 4"/>
              <a:gd name="T102" fmla="*/ 2147483646 w 120"/>
              <a:gd name="T103" fmla="*/ 2147483646 h 4"/>
              <a:gd name="T104" fmla="*/ 2147483646 w 120"/>
              <a:gd name="T105" fmla="*/ 2147483646 h 4"/>
              <a:gd name="T106" fmla="*/ 2147483646 w 120"/>
              <a:gd name="T107" fmla="*/ 0 h 4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120"/>
              <a:gd name="T163" fmla="*/ 0 h 4"/>
              <a:gd name="T164" fmla="*/ 120 w 120"/>
              <a:gd name="T165" fmla="*/ 4 h 4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120" h="4">
                <a:moveTo>
                  <a:pt x="1" y="0"/>
                </a:moveTo>
                <a:cubicBezTo>
                  <a:pt x="5" y="0"/>
                  <a:pt x="9" y="0"/>
                  <a:pt x="13" y="0"/>
                </a:cubicBezTo>
                <a:cubicBezTo>
                  <a:pt x="14" y="0"/>
                  <a:pt x="15" y="1"/>
                  <a:pt x="15" y="2"/>
                </a:cubicBezTo>
                <a:cubicBezTo>
                  <a:pt x="15" y="2"/>
                  <a:pt x="15" y="2"/>
                  <a:pt x="15" y="2"/>
                </a:cubicBezTo>
                <a:cubicBezTo>
                  <a:pt x="15" y="3"/>
                  <a:pt x="14" y="4"/>
                  <a:pt x="13" y="4"/>
                </a:cubicBezTo>
                <a:cubicBezTo>
                  <a:pt x="9" y="4"/>
                  <a:pt x="5" y="4"/>
                  <a:pt x="1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0" y="0"/>
                  <a:pt x="1" y="0"/>
                </a:cubicBezTo>
                <a:close/>
                <a:moveTo>
                  <a:pt x="22" y="0"/>
                </a:moveTo>
                <a:cubicBezTo>
                  <a:pt x="26" y="0"/>
                  <a:pt x="30" y="0"/>
                  <a:pt x="34" y="0"/>
                </a:cubicBezTo>
                <a:cubicBezTo>
                  <a:pt x="35" y="0"/>
                  <a:pt x="36" y="1"/>
                  <a:pt x="36" y="2"/>
                </a:cubicBezTo>
                <a:cubicBezTo>
                  <a:pt x="36" y="2"/>
                  <a:pt x="36" y="2"/>
                  <a:pt x="36" y="2"/>
                </a:cubicBezTo>
                <a:cubicBezTo>
                  <a:pt x="36" y="3"/>
                  <a:pt x="35" y="4"/>
                  <a:pt x="34" y="4"/>
                </a:cubicBezTo>
                <a:cubicBezTo>
                  <a:pt x="30" y="4"/>
                  <a:pt x="26" y="4"/>
                  <a:pt x="22" y="4"/>
                </a:cubicBezTo>
                <a:cubicBezTo>
                  <a:pt x="21" y="4"/>
                  <a:pt x="21" y="3"/>
                  <a:pt x="21" y="2"/>
                </a:cubicBezTo>
                <a:cubicBezTo>
                  <a:pt x="21" y="2"/>
                  <a:pt x="21" y="2"/>
                  <a:pt x="21" y="2"/>
                </a:cubicBezTo>
                <a:cubicBezTo>
                  <a:pt x="21" y="1"/>
                  <a:pt x="21" y="0"/>
                  <a:pt x="22" y="0"/>
                </a:cubicBezTo>
                <a:close/>
                <a:moveTo>
                  <a:pt x="43" y="0"/>
                </a:moveTo>
                <a:cubicBezTo>
                  <a:pt x="47" y="0"/>
                  <a:pt x="51" y="0"/>
                  <a:pt x="55" y="0"/>
                </a:cubicBezTo>
                <a:cubicBezTo>
                  <a:pt x="56" y="0"/>
                  <a:pt x="57" y="1"/>
                  <a:pt x="57" y="2"/>
                </a:cubicBezTo>
                <a:cubicBezTo>
                  <a:pt x="57" y="2"/>
                  <a:pt x="57" y="2"/>
                  <a:pt x="57" y="2"/>
                </a:cubicBezTo>
                <a:cubicBezTo>
                  <a:pt x="57" y="3"/>
                  <a:pt x="56" y="4"/>
                  <a:pt x="55" y="4"/>
                </a:cubicBezTo>
                <a:cubicBezTo>
                  <a:pt x="51" y="4"/>
                  <a:pt x="47" y="4"/>
                  <a:pt x="43" y="4"/>
                </a:cubicBezTo>
                <a:cubicBezTo>
                  <a:pt x="42" y="4"/>
                  <a:pt x="42" y="3"/>
                  <a:pt x="42" y="2"/>
                </a:cubicBezTo>
                <a:cubicBezTo>
                  <a:pt x="42" y="2"/>
                  <a:pt x="42" y="2"/>
                  <a:pt x="42" y="2"/>
                </a:cubicBezTo>
                <a:cubicBezTo>
                  <a:pt x="42" y="1"/>
                  <a:pt x="42" y="0"/>
                  <a:pt x="43" y="0"/>
                </a:cubicBezTo>
                <a:close/>
                <a:moveTo>
                  <a:pt x="64" y="0"/>
                </a:moveTo>
                <a:cubicBezTo>
                  <a:pt x="68" y="0"/>
                  <a:pt x="72" y="0"/>
                  <a:pt x="76" y="0"/>
                </a:cubicBezTo>
                <a:cubicBezTo>
                  <a:pt x="77" y="0"/>
                  <a:pt x="78" y="1"/>
                  <a:pt x="78" y="2"/>
                </a:cubicBezTo>
                <a:cubicBezTo>
                  <a:pt x="78" y="2"/>
                  <a:pt x="78" y="2"/>
                  <a:pt x="78" y="2"/>
                </a:cubicBezTo>
                <a:cubicBezTo>
                  <a:pt x="78" y="3"/>
                  <a:pt x="77" y="4"/>
                  <a:pt x="76" y="4"/>
                </a:cubicBezTo>
                <a:cubicBezTo>
                  <a:pt x="72" y="4"/>
                  <a:pt x="68" y="4"/>
                  <a:pt x="64" y="4"/>
                </a:cubicBezTo>
                <a:cubicBezTo>
                  <a:pt x="63" y="4"/>
                  <a:pt x="63" y="3"/>
                  <a:pt x="63" y="2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1"/>
                  <a:pt x="63" y="0"/>
                  <a:pt x="64" y="0"/>
                </a:cubicBezTo>
                <a:close/>
                <a:moveTo>
                  <a:pt x="85" y="0"/>
                </a:moveTo>
                <a:cubicBezTo>
                  <a:pt x="89" y="0"/>
                  <a:pt x="93" y="0"/>
                  <a:pt x="97" y="0"/>
                </a:cubicBezTo>
                <a:cubicBezTo>
                  <a:pt x="98" y="0"/>
                  <a:pt x="99" y="1"/>
                  <a:pt x="99" y="2"/>
                </a:cubicBezTo>
                <a:cubicBezTo>
                  <a:pt x="99" y="2"/>
                  <a:pt x="99" y="2"/>
                  <a:pt x="99" y="2"/>
                </a:cubicBezTo>
                <a:cubicBezTo>
                  <a:pt x="99" y="3"/>
                  <a:pt x="98" y="4"/>
                  <a:pt x="97" y="4"/>
                </a:cubicBezTo>
                <a:cubicBezTo>
                  <a:pt x="93" y="4"/>
                  <a:pt x="89" y="4"/>
                  <a:pt x="85" y="4"/>
                </a:cubicBezTo>
                <a:cubicBezTo>
                  <a:pt x="84" y="4"/>
                  <a:pt x="84" y="3"/>
                  <a:pt x="84" y="2"/>
                </a:cubicBezTo>
                <a:cubicBezTo>
                  <a:pt x="84" y="2"/>
                  <a:pt x="84" y="2"/>
                  <a:pt x="84" y="2"/>
                </a:cubicBezTo>
                <a:cubicBezTo>
                  <a:pt x="84" y="1"/>
                  <a:pt x="84" y="0"/>
                  <a:pt x="85" y="0"/>
                </a:cubicBezTo>
                <a:close/>
                <a:moveTo>
                  <a:pt x="106" y="0"/>
                </a:moveTo>
                <a:cubicBezTo>
                  <a:pt x="110" y="0"/>
                  <a:pt x="114" y="0"/>
                  <a:pt x="118" y="0"/>
                </a:cubicBezTo>
                <a:cubicBezTo>
                  <a:pt x="119" y="0"/>
                  <a:pt x="120" y="1"/>
                  <a:pt x="120" y="2"/>
                </a:cubicBezTo>
                <a:cubicBezTo>
                  <a:pt x="120" y="2"/>
                  <a:pt x="120" y="2"/>
                  <a:pt x="120" y="2"/>
                </a:cubicBezTo>
                <a:cubicBezTo>
                  <a:pt x="120" y="3"/>
                  <a:pt x="119" y="4"/>
                  <a:pt x="118" y="4"/>
                </a:cubicBezTo>
                <a:cubicBezTo>
                  <a:pt x="114" y="4"/>
                  <a:pt x="110" y="4"/>
                  <a:pt x="106" y="4"/>
                </a:cubicBezTo>
                <a:cubicBezTo>
                  <a:pt x="105" y="4"/>
                  <a:pt x="105" y="3"/>
                  <a:pt x="105" y="2"/>
                </a:cubicBezTo>
                <a:cubicBezTo>
                  <a:pt x="105" y="2"/>
                  <a:pt x="105" y="2"/>
                  <a:pt x="105" y="2"/>
                </a:cubicBezTo>
                <a:cubicBezTo>
                  <a:pt x="105" y="1"/>
                  <a:pt x="105" y="0"/>
                  <a:pt x="106" y="0"/>
                </a:cubicBezTo>
                <a:close/>
              </a:path>
            </a:pathLst>
          </a:custGeom>
          <a:solidFill>
            <a:srgbClr val="FAD1B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22">
            <a:extLst>
              <a:ext uri="{FF2B5EF4-FFF2-40B4-BE49-F238E27FC236}">
                <a16:creationId xmlns:a16="http://schemas.microsoft.com/office/drawing/2014/main" id="{53A685FC-7D30-F547-BE08-7D7505F54BC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662613" y="2611438"/>
            <a:ext cx="998537" cy="25400"/>
          </a:xfrm>
          <a:custGeom>
            <a:avLst/>
            <a:gdLst>
              <a:gd name="T0" fmla="*/ 2147483646 w 120"/>
              <a:gd name="T1" fmla="*/ 0 h 3"/>
              <a:gd name="T2" fmla="*/ 2147483646 w 120"/>
              <a:gd name="T3" fmla="*/ 0 h 3"/>
              <a:gd name="T4" fmla="*/ 2147483646 w 120"/>
              <a:gd name="T5" fmla="*/ 2147483646 h 3"/>
              <a:gd name="T6" fmla="*/ 2147483646 w 120"/>
              <a:gd name="T7" fmla="*/ 2147483646 h 3"/>
              <a:gd name="T8" fmla="*/ 2147483646 w 120"/>
              <a:gd name="T9" fmla="*/ 2147483646 h 3"/>
              <a:gd name="T10" fmla="*/ 2147483646 w 120"/>
              <a:gd name="T11" fmla="*/ 2147483646 h 3"/>
              <a:gd name="T12" fmla="*/ 0 w 120"/>
              <a:gd name="T13" fmla="*/ 2147483646 h 3"/>
              <a:gd name="T14" fmla="*/ 0 w 120"/>
              <a:gd name="T15" fmla="*/ 2147483646 h 3"/>
              <a:gd name="T16" fmla="*/ 2147483646 w 120"/>
              <a:gd name="T17" fmla="*/ 0 h 3"/>
              <a:gd name="T18" fmla="*/ 2147483646 w 120"/>
              <a:gd name="T19" fmla="*/ 0 h 3"/>
              <a:gd name="T20" fmla="*/ 2147483646 w 120"/>
              <a:gd name="T21" fmla="*/ 0 h 3"/>
              <a:gd name="T22" fmla="*/ 2147483646 w 120"/>
              <a:gd name="T23" fmla="*/ 2147483646 h 3"/>
              <a:gd name="T24" fmla="*/ 2147483646 w 120"/>
              <a:gd name="T25" fmla="*/ 2147483646 h 3"/>
              <a:gd name="T26" fmla="*/ 2147483646 w 120"/>
              <a:gd name="T27" fmla="*/ 2147483646 h 3"/>
              <a:gd name="T28" fmla="*/ 2147483646 w 120"/>
              <a:gd name="T29" fmla="*/ 2147483646 h 3"/>
              <a:gd name="T30" fmla="*/ 2147483646 w 120"/>
              <a:gd name="T31" fmla="*/ 2147483646 h 3"/>
              <a:gd name="T32" fmla="*/ 2147483646 w 120"/>
              <a:gd name="T33" fmla="*/ 2147483646 h 3"/>
              <a:gd name="T34" fmla="*/ 2147483646 w 120"/>
              <a:gd name="T35" fmla="*/ 0 h 3"/>
              <a:gd name="T36" fmla="*/ 2147483646 w 120"/>
              <a:gd name="T37" fmla="*/ 0 h 3"/>
              <a:gd name="T38" fmla="*/ 2147483646 w 120"/>
              <a:gd name="T39" fmla="*/ 0 h 3"/>
              <a:gd name="T40" fmla="*/ 2147483646 w 120"/>
              <a:gd name="T41" fmla="*/ 2147483646 h 3"/>
              <a:gd name="T42" fmla="*/ 2147483646 w 120"/>
              <a:gd name="T43" fmla="*/ 2147483646 h 3"/>
              <a:gd name="T44" fmla="*/ 2147483646 w 120"/>
              <a:gd name="T45" fmla="*/ 2147483646 h 3"/>
              <a:gd name="T46" fmla="*/ 2147483646 w 120"/>
              <a:gd name="T47" fmla="*/ 2147483646 h 3"/>
              <a:gd name="T48" fmla="*/ 2147483646 w 120"/>
              <a:gd name="T49" fmla="*/ 2147483646 h 3"/>
              <a:gd name="T50" fmla="*/ 2147483646 w 120"/>
              <a:gd name="T51" fmla="*/ 2147483646 h 3"/>
              <a:gd name="T52" fmla="*/ 2147483646 w 120"/>
              <a:gd name="T53" fmla="*/ 0 h 3"/>
              <a:gd name="T54" fmla="*/ 2147483646 w 120"/>
              <a:gd name="T55" fmla="*/ 0 h 3"/>
              <a:gd name="T56" fmla="*/ 2147483646 w 120"/>
              <a:gd name="T57" fmla="*/ 0 h 3"/>
              <a:gd name="T58" fmla="*/ 2147483646 w 120"/>
              <a:gd name="T59" fmla="*/ 2147483646 h 3"/>
              <a:gd name="T60" fmla="*/ 2147483646 w 120"/>
              <a:gd name="T61" fmla="*/ 2147483646 h 3"/>
              <a:gd name="T62" fmla="*/ 2147483646 w 120"/>
              <a:gd name="T63" fmla="*/ 2147483646 h 3"/>
              <a:gd name="T64" fmla="*/ 2147483646 w 120"/>
              <a:gd name="T65" fmla="*/ 2147483646 h 3"/>
              <a:gd name="T66" fmla="*/ 2147483646 w 120"/>
              <a:gd name="T67" fmla="*/ 2147483646 h 3"/>
              <a:gd name="T68" fmla="*/ 2147483646 w 120"/>
              <a:gd name="T69" fmla="*/ 2147483646 h 3"/>
              <a:gd name="T70" fmla="*/ 2147483646 w 120"/>
              <a:gd name="T71" fmla="*/ 0 h 3"/>
              <a:gd name="T72" fmla="*/ 2147483646 w 120"/>
              <a:gd name="T73" fmla="*/ 0 h 3"/>
              <a:gd name="T74" fmla="*/ 2147483646 w 120"/>
              <a:gd name="T75" fmla="*/ 0 h 3"/>
              <a:gd name="T76" fmla="*/ 2147483646 w 120"/>
              <a:gd name="T77" fmla="*/ 2147483646 h 3"/>
              <a:gd name="T78" fmla="*/ 2147483646 w 120"/>
              <a:gd name="T79" fmla="*/ 2147483646 h 3"/>
              <a:gd name="T80" fmla="*/ 2147483646 w 120"/>
              <a:gd name="T81" fmla="*/ 2147483646 h 3"/>
              <a:gd name="T82" fmla="*/ 2147483646 w 120"/>
              <a:gd name="T83" fmla="*/ 2147483646 h 3"/>
              <a:gd name="T84" fmla="*/ 2147483646 w 120"/>
              <a:gd name="T85" fmla="*/ 2147483646 h 3"/>
              <a:gd name="T86" fmla="*/ 2147483646 w 120"/>
              <a:gd name="T87" fmla="*/ 2147483646 h 3"/>
              <a:gd name="T88" fmla="*/ 2147483646 w 120"/>
              <a:gd name="T89" fmla="*/ 0 h 3"/>
              <a:gd name="T90" fmla="*/ 2147483646 w 120"/>
              <a:gd name="T91" fmla="*/ 0 h 3"/>
              <a:gd name="T92" fmla="*/ 2147483646 w 120"/>
              <a:gd name="T93" fmla="*/ 0 h 3"/>
              <a:gd name="T94" fmla="*/ 2147483646 w 120"/>
              <a:gd name="T95" fmla="*/ 2147483646 h 3"/>
              <a:gd name="T96" fmla="*/ 2147483646 w 120"/>
              <a:gd name="T97" fmla="*/ 2147483646 h 3"/>
              <a:gd name="T98" fmla="*/ 2147483646 w 120"/>
              <a:gd name="T99" fmla="*/ 2147483646 h 3"/>
              <a:gd name="T100" fmla="*/ 2147483646 w 120"/>
              <a:gd name="T101" fmla="*/ 2147483646 h 3"/>
              <a:gd name="T102" fmla="*/ 2147483646 w 120"/>
              <a:gd name="T103" fmla="*/ 2147483646 h 3"/>
              <a:gd name="T104" fmla="*/ 2147483646 w 120"/>
              <a:gd name="T105" fmla="*/ 2147483646 h 3"/>
              <a:gd name="T106" fmla="*/ 2147483646 w 120"/>
              <a:gd name="T107" fmla="*/ 0 h 3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120"/>
              <a:gd name="T163" fmla="*/ 0 h 3"/>
              <a:gd name="T164" fmla="*/ 120 w 120"/>
              <a:gd name="T165" fmla="*/ 3 h 3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120" h="3">
                <a:moveTo>
                  <a:pt x="1" y="0"/>
                </a:moveTo>
                <a:cubicBezTo>
                  <a:pt x="5" y="0"/>
                  <a:pt x="9" y="0"/>
                  <a:pt x="13" y="0"/>
                </a:cubicBezTo>
                <a:cubicBezTo>
                  <a:pt x="14" y="0"/>
                  <a:pt x="15" y="1"/>
                  <a:pt x="15" y="2"/>
                </a:cubicBezTo>
                <a:cubicBezTo>
                  <a:pt x="15" y="2"/>
                  <a:pt x="15" y="2"/>
                  <a:pt x="15" y="2"/>
                </a:cubicBezTo>
                <a:cubicBezTo>
                  <a:pt x="15" y="3"/>
                  <a:pt x="14" y="3"/>
                  <a:pt x="13" y="3"/>
                </a:cubicBezTo>
                <a:cubicBezTo>
                  <a:pt x="9" y="3"/>
                  <a:pt x="5" y="3"/>
                  <a:pt x="1" y="3"/>
                </a:cubicBezTo>
                <a:cubicBezTo>
                  <a:pt x="0" y="3"/>
                  <a:pt x="0" y="3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0" y="0"/>
                  <a:pt x="1" y="0"/>
                </a:cubicBezTo>
                <a:close/>
                <a:moveTo>
                  <a:pt x="22" y="0"/>
                </a:moveTo>
                <a:cubicBezTo>
                  <a:pt x="26" y="0"/>
                  <a:pt x="30" y="0"/>
                  <a:pt x="34" y="0"/>
                </a:cubicBezTo>
                <a:cubicBezTo>
                  <a:pt x="35" y="0"/>
                  <a:pt x="36" y="1"/>
                  <a:pt x="36" y="2"/>
                </a:cubicBezTo>
                <a:cubicBezTo>
                  <a:pt x="36" y="2"/>
                  <a:pt x="36" y="2"/>
                  <a:pt x="36" y="2"/>
                </a:cubicBezTo>
                <a:cubicBezTo>
                  <a:pt x="36" y="3"/>
                  <a:pt x="35" y="3"/>
                  <a:pt x="34" y="3"/>
                </a:cubicBezTo>
                <a:cubicBezTo>
                  <a:pt x="30" y="3"/>
                  <a:pt x="26" y="3"/>
                  <a:pt x="22" y="3"/>
                </a:cubicBezTo>
                <a:cubicBezTo>
                  <a:pt x="21" y="3"/>
                  <a:pt x="21" y="3"/>
                  <a:pt x="21" y="2"/>
                </a:cubicBezTo>
                <a:cubicBezTo>
                  <a:pt x="21" y="2"/>
                  <a:pt x="21" y="2"/>
                  <a:pt x="21" y="2"/>
                </a:cubicBezTo>
                <a:cubicBezTo>
                  <a:pt x="21" y="1"/>
                  <a:pt x="21" y="0"/>
                  <a:pt x="22" y="0"/>
                </a:cubicBezTo>
                <a:close/>
                <a:moveTo>
                  <a:pt x="43" y="0"/>
                </a:moveTo>
                <a:cubicBezTo>
                  <a:pt x="47" y="0"/>
                  <a:pt x="51" y="0"/>
                  <a:pt x="55" y="0"/>
                </a:cubicBezTo>
                <a:cubicBezTo>
                  <a:pt x="56" y="0"/>
                  <a:pt x="57" y="1"/>
                  <a:pt x="57" y="2"/>
                </a:cubicBezTo>
                <a:cubicBezTo>
                  <a:pt x="57" y="2"/>
                  <a:pt x="57" y="2"/>
                  <a:pt x="57" y="2"/>
                </a:cubicBezTo>
                <a:cubicBezTo>
                  <a:pt x="57" y="3"/>
                  <a:pt x="56" y="3"/>
                  <a:pt x="55" y="3"/>
                </a:cubicBezTo>
                <a:cubicBezTo>
                  <a:pt x="51" y="3"/>
                  <a:pt x="47" y="3"/>
                  <a:pt x="43" y="3"/>
                </a:cubicBezTo>
                <a:cubicBezTo>
                  <a:pt x="42" y="3"/>
                  <a:pt x="42" y="3"/>
                  <a:pt x="42" y="2"/>
                </a:cubicBezTo>
                <a:cubicBezTo>
                  <a:pt x="42" y="2"/>
                  <a:pt x="42" y="2"/>
                  <a:pt x="42" y="2"/>
                </a:cubicBezTo>
                <a:cubicBezTo>
                  <a:pt x="42" y="1"/>
                  <a:pt x="42" y="0"/>
                  <a:pt x="43" y="0"/>
                </a:cubicBezTo>
                <a:close/>
                <a:moveTo>
                  <a:pt x="64" y="0"/>
                </a:moveTo>
                <a:cubicBezTo>
                  <a:pt x="68" y="0"/>
                  <a:pt x="72" y="0"/>
                  <a:pt x="76" y="0"/>
                </a:cubicBezTo>
                <a:cubicBezTo>
                  <a:pt x="77" y="0"/>
                  <a:pt x="78" y="1"/>
                  <a:pt x="78" y="2"/>
                </a:cubicBezTo>
                <a:cubicBezTo>
                  <a:pt x="78" y="2"/>
                  <a:pt x="78" y="2"/>
                  <a:pt x="78" y="2"/>
                </a:cubicBezTo>
                <a:cubicBezTo>
                  <a:pt x="78" y="3"/>
                  <a:pt x="77" y="3"/>
                  <a:pt x="76" y="3"/>
                </a:cubicBezTo>
                <a:cubicBezTo>
                  <a:pt x="72" y="3"/>
                  <a:pt x="68" y="3"/>
                  <a:pt x="64" y="3"/>
                </a:cubicBezTo>
                <a:cubicBezTo>
                  <a:pt x="63" y="3"/>
                  <a:pt x="63" y="3"/>
                  <a:pt x="63" y="2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1"/>
                  <a:pt x="63" y="0"/>
                  <a:pt x="64" y="0"/>
                </a:cubicBezTo>
                <a:close/>
                <a:moveTo>
                  <a:pt x="85" y="0"/>
                </a:moveTo>
                <a:cubicBezTo>
                  <a:pt x="89" y="0"/>
                  <a:pt x="93" y="0"/>
                  <a:pt x="97" y="0"/>
                </a:cubicBezTo>
                <a:cubicBezTo>
                  <a:pt x="98" y="0"/>
                  <a:pt x="99" y="1"/>
                  <a:pt x="99" y="2"/>
                </a:cubicBezTo>
                <a:cubicBezTo>
                  <a:pt x="99" y="2"/>
                  <a:pt x="99" y="2"/>
                  <a:pt x="99" y="2"/>
                </a:cubicBezTo>
                <a:cubicBezTo>
                  <a:pt x="99" y="3"/>
                  <a:pt x="98" y="3"/>
                  <a:pt x="97" y="3"/>
                </a:cubicBezTo>
                <a:cubicBezTo>
                  <a:pt x="93" y="3"/>
                  <a:pt x="89" y="3"/>
                  <a:pt x="85" y="3"/>
                </a:cubicBezTo>
                <a:cubicBezTo>
                  <a:pt x="84" y="3"/>
                  <a:pt x="84" y="3"/>
                  <a:pt x="84" y="2"/>
                </a:cubicBezTo>
                <a:cubicBezTo>
                  <a:pt x="84" y="2"/>
                  <a:pt x="84" y="2"/>
                  <a:pt x="84" y="2"/>
                </a:cubicBezTo>
                <a:cubicBezTo>
                  <a:pt x="84" y="1"/>
                  <a:pt x="84" y="0"/>
                  <a:pt x="85" y="0"/>
                </a:cubicBezTo>
                <a:close/>
                <a:moveTo>
                  <a:pt x="106" y="0"/>
                </a:moveTo>
                <a:cubicBezTo>
                  <a:pt x="110" y="0"/>
                  <a:pt x="114" y="0"/>
                  <a:pt x="118" y="0"/>
                </a:cubicBezTo>
                <a:cubicBezTo>
                  <a:pt x="119" y="0"/>
                  <a:pt x="120" y="1"/>
                  <a:pt x="120" y="2"/>
                </a:cubicBezTo>
                <a:cubicBezTo>
                  <a:pt x="120" y="2"/>
                  <a:pt x="120" y="2"/>
                  <a:pt x="120" y="2"/>
                </a:cubicBezTo>
                <a:cubicBezTo>
                  <a:pt x="120" y="3"/>
                  <a:pt x="119" y="3"/>
                  <a:pt x="118" y="3"/>
                </a:cubicBezTo>
                <a:cubicBezTo>
                  <a:pt x="114" y="3"/>
                  <a:pt x="110" y="3"/>
                  <a:pt x="106" y="3"/>
                </a:cubicBezTo>
                <a:cubicBezTo>
                  <a:pt x="105" y="3"/>
                  <a:pt x="105" y="3"/>
                  <a:pt x="105" y="2"/>
                </a:cubicBezTo>
                <a:cubicBezTo>
                  <a:pt x="105" y="2"/>
                  <a:pt x="105" y="2"/>
                  <a:pt x="105" y="2"/>
                </a:cubicBezTo>
                <a:cubicBezTo>
                  <a:pt x="105" y="1"/>
                  <a:pt x="105" y="0"/>
                  <a:pt x="106" y="0"/>
                </a:cubicBezTo>
                <a:close/>
              </a:path>
            </a:pathLst>
          </a:custGeom>
          <a:solidFill>
            <a:srgbClr val="FAD1B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23">
            <a:extLst>
              <a:ext uri="{FF2B5EF4-FFF2-40B4-BE49-F238E27FC236}">
                <a16:creationId xmlns:a16="http://schemas.microsoft.com/office/drawing/2014/main" id="{A24443EE-5537-0F43-BC16-A30B0824C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525" y="1373188"/>
            <a:ext cx="498475" cy="1430337"/>
          </a:xfrm>
          <a:custGeom>
            <a:avLst/>
            <a:gdLst>
              <a:gd name="T0" fmla="*/ 0 w 314"/>
              <a:gd name="T1" fmla="*/ 0 h 901"/>
              <a:gd name="T2" fmla="*/ 2147483646 w 314"/>
              <a:gd name="T3" fmla="*/ 2147483646 h 901"/>
              <a:gd name="T4" fmla="*/ 2147483646 w 314"/>
              <a:gd name="T5" fmla="*/ 2147483646 h 901"/>
              <a:gd name="T6" fmla="*/ 0 w 314"/>
              <a:gd name="T7" fmla="*/ 2147483646 h 901"/>
              <a:gd name="T8" fmla="*/ 0 w 314"/>
              <a:gd name="T9" fmla="*/ 0 h 901"/>
              <a:gd name="T10" fmla="*/ 0 w 314"/>
              <a:gd name="T11" fmla="*/ 0 h 9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4"/>
              <a:gd name="T19" fmla="*/ 0 h 901"/>
              <a:gd name="T20" fmla="*/ 314 w 314"/>
              <a:gd name="T21" fmla="*/ 901 h 90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4" h="901">
                <a:moveTo>
                  <a:pt x="0" y="0"/>
                </a:moveTo>
                <a:lnTo>
                  <a:pt x="314" y="299"/>
                </a:lnTo>
                <a:lnTo>
                  <a:pt x="314" y="901"/>
                </a:lnTo>
                <a:lnTo>
                  <a:pt x="0" y="602"/>
                </a:lnTo>
                <a:lnTo>
                  <a:pt x="0" y="0"/>
                </a:lnTo>
                <a:close/>
              </a:path>
            </a:pathLst>
          </a:custGeom>
          <a:solidFill>
            <a:srgbClr val="CD401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24">
            <a:extLst>
              <a:ext uri="{FF2B5EF4-FFF2-40B4-BE49-F238E27FC236}">
                <a16:creationId xmlns:a16="http://schemas.microsoft.com/office/drawing/2014/main" id="{F3478B77-6186-4643-B2EF-9AA5563A740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978525" y="2195513"/>
            <a:ext cx="498475" cy="515937"/>
          </a:xfrm>
          <a:custGeom>
            <a:avLst/>
            <a:gdLst>
              <a:gd name="T0" fmla="*/ 2147483646 w 60"/>
              <a:gd name="T1" fmla="*/ 2147483646 h 62"/>
              <a:gd name="T2" fmla="*/ 2147483646 w 60"/>
              <a:gd name="T3" fmla="*/ 2147483646 h 62"/>
              <a:gd name="T4" fmla="*/ 2147483646 w 60"/>
              <a:gd name="T5" fmla="*/ 2147483646 h 62"/>
              <a:gd name="T6" fmla="*/ 2147483646 w 60"/>
              <a:gd name="T7" fmla="*/ 2147483646 h 62"/>
              <a:gd name="T8" fmla="*/ 2147483646 w 60"/>
              <a:gd name="T9" fmla="*/ 2147483646 h 62"/>
              <a:gd name="T10" fmla="*/ 2147483646 w 60"/>
              <a:gd name="T11" fmla="*/ 2147483646 h 62"/>
              <a:gd name="T12" fmla="*/ 2147483646 w 60"/>
              <a:gd name="T13" fmla="*/ 2147483646 h 62"/>
              <a:gd name="T14" fmla="*/ 0 w 60"/>
              <a:gd name="T15" fmla="*/ 2147483646 h 62"/>
              <a:gd name="T16" fmla="*/ 0 w 60"/>
              <a:gd name="T17" fmla="*/ 0 h 62"/>
              <a:gd name="T18" fmla="*/ 2147483646 w 60"/>
              <a:gd name="T19" fmla="*/ 2147483646 h 62"/>
              <a:gd name="T20" fmla="*/ 2147483646 w 60"/>
              <a:gd name="T21" fmla="*/ 2147483646 h 62"/>
              <a:gd name="T22" fmla="*/ 2147483646 w 60"/>
              <a:gd name="T23" fmla="*/ 2147483646 h 62"/>
              <a:gd name="T24" fmla="*/ 2147483646 w 60"/>
              <a:gd name="T25" fmla="*/ 2147483646 h 62"/>
              <a:gd name="T26" fmla="*/ 0 w 60"/>
              <a:gd name="T27" fmla="*/ 2147483646 h 62"/>
              <a:gd name="T28" fmla="*/ 2147483646 w 60"/>
              <a:gd name="T29" fmla="*/ 2147483646 h 62"/>
              <a:gd name="T30" fmla="*/ 2147483646 w 60"/>
              <a:gd name="T31" fmla="*/ 2147483646 h 62"/>
              <a:gd name="T32" fmla="*/ 2147483646 w 60"/>
              <a:gd name="T33" fmla="*/ 2147483646 h 62"/>
              <a:gd name="T34" fmla="*/ 2147483646 w 60"/>
              <a:gd name="T35" fmla="*/ 2147483646 h 62"/>
              <a:gd name="T36" fmla="*/ 2147483646 w 60"/>
              <a:gd name="T37" fmla="*/ 2147483646 h 62"/>
              <a:gd name="T38" fmla="*/ 2147483646 w 60"/>
              <a:gd name="T39" fmla="*/ 2147483646 h 62"/>
              <a:gd name="T40" fmla="*/ 2147483646 w 60"/>
              <a:gd name="T41" fmla="*/ 2147483646 h 62"/>
              <a:gd name="T42" fmla="*/ 2147483646 w 60"/>
              <a:gd name="T43" fmla="*/ 2147483646 h 62"/>
              <a:gd name="T44" fmla="*/ 2147483646 w 60"/>
              <a:gd name="T45" fmla="*/ 2147483646 h 62"/>
              <a:gd name="T46" fmla="*/ 2147483646 w 60"/>
              <a:gd name="T47" fmla="*/ 2147483646 h 62"/>
              <a:gd name="T48" fmla="*/ 2147483646 w 60"/>
              <a:gd name="T49" fmla="*/ 2147483646 h 62"/>
              <a:gd name="T50" fmla="*/ 2147483646 w 60"/>
              <a:gd name="T51" fmla="*/ 2147483646 h 62"/>
              <a:gd name="T52" fmla="*/ 2147483646 w 60"/>
              <a:gd name="T53" fmla="*/ 2147483646 h 62"/>
              <a:gd name="T54" fmla="*/ 2147483646 w 60"/>
              <a:gd name="T55" fmla="*/ 2147483646 h 62"/>
              <a:gd name="T56" fmla="*/ 2147483646 w 60"/>
              <a:gd name="T57" fmla="*/ 2147483646 h 62"/>
              <a:gd name="T58" fmla="*/ 2147483646 w 60"/>
              <a:gd name="T59" fmla="*/ 2147483646 h 62"/>
              <a:gd name="T60" fmla="*/ 2147483646 w 60"/>
              <a:gd name="T61" fmla="*/ 2147483646 h 62"/>
              <a:gd name="T62" fmla="*/ 2147483646 w 60"/>
              <a:gd name="T63" fmla="*/ 2147483646 h 62"/>
              <a:gd name="T64" fmla="*/ 2147483646 w 60"/>
              <a:gd name="T65" fmla="*/ 2147483646 h 62"/>
              <a:gd name="T66" fmla="*/ 2147483646 w 60"/>
              <a:gd name="T67" fmla="*/ 2147483646 h 62"/>
              <a:gd name="T68" fmla="*/ 2147483646 w 60"/>
              <a:gd name="T69" fmla="*/ 2147483646 h 62"/>
              <a:gd name="T70" fmla="*/ 2147483646 w 60"/>
              <a:gd name="T71" fmla="*/ 2147483646 h 62"/>
              <a:gd name="T72" fmla="*/ 2147483646 w 60"/>
              <a:gd name="T73" fmla="*/ 2147483646 h 62"/>
              <a:gd name="T74" fmla="*/ 2147483646 w 60"/>
              <a:gd name="T75" fmla="*/ 2147483646 h 62"/>
              <a:gd name="T76" fmla="*/ 2147483646 w 60"/>
              <a:gd name="T77" fmla="*/ 2147483646 h 62"/>
              <a:gd name="T78" fmla="*/ 2147483646 w 60"/>
              <a:gd name="T79" fmla="*/ 2147483646 h 62"/>
              <a:gd name="T80" fmla="*/ 2147483646 w 60"/>
              <a:gd name="T81" fmla="*/ 2147483646 h 62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60"/>
              <a:gd name="T124" fmla="*/ 0 h 62"/>
              <a:gd name="T125" fmla="*/ 60 w 60"/>
              <a:gd name="T126" fmla="*/ 62 h 62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60" h="62">
                <a:moveTo>
                  <a:pt x="60" y="57"/>
                </a:moveTo>
                <a:cubicBezTo>
                  <a:pt x="60" y="62"/>
                  <a:pt x="60" y="62"/>
                  <a:pt x="60" y="62"/>
                </a:cubicBezTo>
                <a:cubicBezTo>
                  <a:pt x="58" y="60"/>
                  <a:pt x="56" y="58"/>
                  <a:pt x="53" y="56"/>
                </a:cubicBezTo>
                <a:cubicBezTo>
                  <a:pt x="53" y="56"/>
                  <a:pt x="53" y="55"/>
                  <a:pt x="53" y="54"/>
                </a:cubicBezTo>
                <a:cubicBezTo>
                  <a:pt x="53" y="54"/>
                  <a:pt x="53" y="54"/>
                  <a:pt x="53" y="54"/>
                </a:cubicBezTo>
                <a:cubicBezTo>
                  <a:pt x="54" y="53"/>
                  <a:pt x="55" y="53"/>
                  <a:pt x="56" y="54"/>
                </a:cubicBezTo>
                <a:cubicBezTo>
                  <a:pt x="57" y="55"/>
                  <a:pt x="58" y="56"/>
                  <a:pt x="60" y="57"/>
                </a:cubicBezTo>
                <a:close/>
                <a:moveTo>
                  <a:pt x="0" y="5"/>
                </a:moveTo>
                <a:cubicBezTo>
                  <a:pt x="0" y="0"/>
                  <a:pt x="0" y="0"/>
                  <a:pt x="0" y="0"/>
                </a:cubicBezTo>
                <a:cubicBezTo>
                  <a:pt x="1" y="2"/>
                  <a:pt x="2" y="3"/>
                  <a:pt x="3" y="4"/>
                </a:cubicBezTo>
                <a:cubicBezTo>
                  <a:pt x="4" y="5"/>
                  <a:pt x="4" y="6"/>
                  <a:pt x="4" y="6"/>
                </a:cubicBezTo>
                <a:cubicBezTo>
                  <a:pt x="4" y="6"/>
                  <a:pt x="4" y="6"/>
                  <a:pt x="4" y="6"/>
                </a:cubicBezTo>
                <a:cubicBezTo>
                  <a:pt x="3" y="7"/>
                  <a:pt x="2" y="7"/>
                  <a:pt x="1" y="6"/>
                </a:cubicBezTo>
                <a:cubicBezTo>
                  <a:pt x="1" y="6"/>
                  <a:pt x="0" y="5"/>
                  <a:pt x="0" y="5"/>
                </a:cubicBezTo>
                <a:close/>
                <a:moveTo>
                  <a:pt x="10" y="10"/>
                </a:moveTo>
                <a:cubicBezTo>
                  <a:pt x="13" y="13"/>
                  <a:pt x="16" y="16"/>
                  <a:pt x="19" y="18"/>
                </a:cubicBezTo>
                <a:cubicBezTo>
                  <a:pt x="19" y="19"/>
                  <a:pt x="19" y="20"/>
                  <a:pt x="19" y="21"/>
                </a:cubicBezTo>
                <a:cubicBezTo>
                  <a:pt x="19" y="21"/>
                  <a:pt x="19" y="21"/>
                  <a:pt x="19" y="21"/>
                </a:cubicBezTo>
                <a:cubicBezTo>
                  <a:pt x="18" y="21"/>
                  <a:pt x="17" y="22"/>
                  <a:pt x="16" y="21"/>
                </a:cubicBezTo>
                <a:cubicBezTo>
                  <a:pt x="14" y="18"/>
                  <a:pt x="11" y="15"/>
                  <a:pt x="8" y="13"/>
                </a:cubicBezTo>
                <a:cubicBezTo>
                  <a:pt x="7" y="12"/>
                  <a:pt x="7" y="11"/>
                  <a:pt x="8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10"/>
                  <a:pt x="9" y="10"/>
                  <a:pt x="10" y="10"/>
                </a:cubicBezTo>
                <a:close/>
                <a:moveTo>
                  <a:pt x="25" y="25"/>
                </a:moveTo>
                <a:cubicBezTo>
                  <a:pt x="28" y="28"/>
                  <a:pt x="31" y="30"/>
                  <a:pt x="34" y="33"/>
                </a:cubicBezTo>
                <a:cubicBezTo>
                  <a:pt x="35" y="34"/>
                  <a:pt x="35" y="35"/>
                  <a:pt x="34" y="35"/>
                </a:cubicBezTo>
                <a:cubicBezTo>
                  <a:pt x="34" y="35"/>
                  <a:pt x="34" y="35"/>
                  <a:pt x="34" y="35"/>
                </a:cubicBezTo>
                <a:cubicBezTo>
                  <a:pt x="33" y="36"/>
                  <a:pt x="32" y="36"/>
                  <a:pt x="32" y="35"/>
                </a:cubicBezTo>
                <a:cubicBezTo>
                  <a:pt x="29" y="33"/>
                  <a:pt x="26" y="30"/>
                  <a:pt x="23" y="27"/>
                </a:cubicBezTo>
                <a:cubicBezTo>
                  <a:pt x="22" y="27"/>
                  <a:pt x="22" y="26"/>
                  <a:pt x="23" y="25"/>
                </a:cubicBezTo>
                <a:cubicBezTo>
                  <a:pt x="23" y="25"/>
                  <a:pt x="23" y="25"/>
                  <a:pt x="23" y="25"/>
                </a:cubicBezTo>
                <a:cubicBezTo>
                  <a:pt x="24" y="24"/>
                  <a:pt x="25" y="24"/>
                  <a:pt x="25" y="25"/>
                </a:cubicBezTo>
                <a:close/>
                <a:moveTo>
                  <a:pt x="41" y="39"/>
                </a:moveTo>
                <a:cubicBezTo>
                  <a:pt x="43" y="42"/>
                  <a:pt x="46" y="45"/>
                  <a:pt x="49" y="47"/>
                </a:cubicBezTo>
                <a:cubicBezTo>
                  <a:pt x="50" y="48"/>
                  <a:pt x="50" y="49"/>
                  <a:pt x="49" y="50"/>
                </a:cubicBezTo>
                <a:cubicBezTo>
                  <a:pt x="49" y="50"/>
                  <a:pt x="49" y="50"/>
                  <a:pt x="49" y="50"/>
                </a:cubicBezTo>
                <a:cubicBezTo>
                  <a:pt x="48" y="50"/>
                  <a:pt x="47" y="50"/>
                  <a:pt x="47" y="50"/>
                </a:cubicBezTo>
                <a:cubicBezTo>
                  <a:pt x="44" y="47"/>
                  <a:pt x="41" y="44"/>
                  <a:pt x="38" y="42"/>
                </a:cubicBezTo>
                <a:cubicBezTo>
                  <a:pt x="38" y="41"/>
                  <a:pt x="38" y="40"/>
                  <a:pt x="38" y="39"/>
                </a:cubicBezTo>
                <a:cubicBezTo>
                  <a:pt x="38" y="39"/>
                  <a:pt x="38" y="39"/>
                  <a:pt x="38" y="39"/>
                </a:cubicBezTo>
                <a:cubicBezTo>
                  <a:pt x="39" y="39"/>
                  <a:pt x="40" y="39"/>
                  <a:pt x="41" y="39"/>
                </a:cubicBezTo>
                <a:close/>
              </a:path>
            </a:pathLst>
          </a:custGeom>
          <a:solidFill>
            <a:srgbClr val="E84A1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26">
            <a:extLst>
              <a:ext uri="{FF2B5EF4-FFF2-40B4-BE49-F238E27FC236}">
                <a16:creationId xmlns:a16="http://schemas.microsoft.com/office/drawing/2014/main" id="{EB2E9834-FCBA-2D4D-A97D-6892770EE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1473200"/>
            <a:ext cx="1736725" cy="955675"/>
          </a:xfrm>
          <a:custGeom>
            <a:avLst/>
            <a:gdLst>
              <a:gd name="T0" fmla="*/ 0 w 1094"/>
              <a:gd name="T1" fmla="*/ 0 h 602"/>
              <a:gd name="T2" fmla="*/ 2147483646 w 1094"/>
              <a:gd name="T3" fmla="*/ 0 h 602"/>
              <a:gd name="T4" fmla="*/ 2147483646 w 1094"/>
              <a:gd name="T5" fmla="*/ 2147483646 h 602"/>
              <a:gd name="T6" fmla="*/ 2147483646 w 1094"/>
              <a:gd name="T7" fmla="*/ 2147483646 h 602"/>
              <a:gd name="T8" fmla="*/ 0 w 1094"/>
              <a:gd name="T9" fmla="*/ 2147483646 h 602"/>
              <a:gd name="T10" fmla="*/ 0 w 1094"/>
              <a:gd name="T11" fmla="*/ 0 h 602"/>
              <a:gd name="T12" fmla="*/ 0 w 1094"/>
              <a:gd name="T13" fmla="*/ 0 h 6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94"/>
              <a:gd name="T22" fmla="*/ 0 h 602"/>
              <a:gd name="T23" fmla="*/ 1094 w 1094"/>
              <a:gd name="T24" fmla="*/ 602 h 6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94" h="602">
                <a:moveTo>
                  <a:pt x="0" y="0"/>
                </a:moveTo>
                <a:lnTo>
                  <a:pt x="911" y="0"/>
                </a:lnTo>
                <a:lnTo>
                  <a:pt x="1094" y="304"/>
                </a:lnTo>
                <a:lnTo>
                  <a:pt x="911" y="602"/>
                </a:lnTo>
                <a:lnTo>
                  <a:pt x="0" y="602"/>
                </a:lnTo>
                <a:lnTo>
                  <a:pt x="0" y="0"/>
                </a:lnTo>
                <a:close/>
              </a:path>
            </a:pathLst>
          </a:custGeom>
          <a:solidFill>
            <a:srgbClr val="C9CAC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27">
            <a:extLst>
              <a:ext uri="{FF2B5EF4-FFF2-40B4-BE49-F238E27FC236}">
                <a16:creationId xmlns:a16="http://schemas.microsoft.com/office/drawing/2014/main" id="{1DA04CC1-5C7F-F240-8D57-08722BFF6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525" y="1373188"/>
            <a:ext cx="1954213" cy="955675"/>
          </a:xfrm>
          <a:custGeom>
            <a:avLst/>
            <a:gdLst>
              <a:gd name="T0" fmla="*/ 0 w 1231"/>
              <a:gd name="T1" fmla="*/ 0 h 602"/>
              <a:gd name="T2" fmla="*/ 2147483646 w 1231"/>
              <a:gd name="T3" fmla="*/ 0 h 602"/>
              <a:gd name="T4" fmla="*/ 2147483646 w 1231"/>
              <a:gd name="T5" fmla="*/ 2147483646 h 602"/>
              <a:gd name="T6" fmla="*/ 2147483646 w 1231"/>
              <a:gd name="T7" fmla="*/ 2147483646 h 602"/>
              <a:gd name="T8" fmla="*/ 0 w 1231"/>
              <a:gd name="T9" fmla="*/ 2147483646 h 602"/>
              <a:gd name="T10" fmla="*/ 0 w 1231"/>
              <a:gd name="T11" fmla="*/ 0 h 602"/>
              <a:gd name="T12" fmla="*/ 0 w 1231"/>
              <a:gd name="T13" fmla="*/ 0 h 6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31"/>
              <a:gd name="T22" fmla="*/ 0 h 602"/>
              <a:gd name="T23" fmla="*/ 1231 w 1231"/>
              <a:gd name="T24" fmla="*/ 602 h 6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31" h="602">
                <a:moveTo>
                  <a:pt x="0" y="0"/>
                </a:moveTo>
                <a:lnTo>
                  <a:pt x="1047" y="0"/>
                </a:lnTo>
                <a:lnTo>
                  <a:pt x="1231" y="299"/>
                </a:lnTo>
                <a:lnTo>
                  <a:pt x="1047" y="602"/>
                </a:lnTo>
                <a:lnTo>
                  <a:pt x="0" y="602"/>
                </a:lnTo>
                <a:lnTo>
                  <a:pt x="0" y="0"/>
                </a:lnTo>
                <a:close/>
              </a:path>
            </a:pathLst>
          </a:custGeom>
          <a:solidFill>
            <a:srgbClr val="E84A1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28">
            <a:extLst>
              <a:ext uri="{FF2B5EF4-FFF2-40B4-BE49-F238E27FC236}">
                <a16:creationId xmlns:a16="http://schemas.microsoft.com/office/drawing/2014/main" id="{3495309F-BD12-8340-B675-932082DF5EB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978525" y="1897063"/>
            <a:ext cx="1836738" cy="365125"/>
          </a:xfrm>
          <a:custGeom>
            <a:avLst/>
            <a:gdLst>
              <a:gd name="T0" fmla="*/ 2147483646 w 221"/>
              <a:gd name="T1" fmla="*/ 2147483646 h 44"/>
              <a:gd name="T2" fmla="*/ 2147483646 w 221"/>
              <a:gd name="T3" fmla="*/ 2147483646 h 44"/>
              <a:gd name="T4" fmla="*/ 2147483646 w 221"/>
              <a:gd name="T5" fmla="*/ 2147483646 h 44"/>
              <a:gd name="T6" fmla="*/ 2147483646 w 221"/>
              <a:gd name="T7" fmla="*/ 2147483646 h 44"/>
              <a:gd name="T8" fmla="*/ 2147483646 w 221"/>
              <a:gd name="T9" fmla="*/ 2147483646 h 44"/>
              <a:gd name="T10" fmla="*/ 2147483646 w 221"/>
              <a:gd name="T11" fmla="*/ 2147483646 h 44"/>
              <a:gd name="T12" fmla="*/ 2147483646 w 221"/>
              <a:gd name="T13" fmla="*/ 2147483646 h 44"/>
              <a:gd name="T14" fmla="*/ 2147483646 w 221"/>
              <a:gd name="T15" fmla="*/ 2147483646 h 44"/>
              <a:gd name="T16" fmla="*/ 2147483646 w 221"/>
              <a:gd name="T17" fmla="*/ 2147483646 h 44"/>
              <a:gd name="T18" fmla="*/ 2147483646 w 221"/>
              <a:gd name="T19" fmla="*/ 2147483646 h 44"/>
              <a:gd name="T20" fmla="*/ 2147483646 w 221"/>
              <a:gd name="T21" fmla="*/ 2147483646 h 44"/>
              <a:gd name="T22" fmla="*/ 2147483646 w 221"/>
              <a:gd name="T23" fmla="*/ 2147483646 h 44"/>
              <a:gd name="T24" fmla="*/ 2147483646 w 221"/>
              <a:gd name="T25" fmla="*/ 2147483646 h 44"/>
              <a:gd name="T26" fmla="*/ 2147483646 w 221"/>
              <a:gd name="T27" fmla="*/ 2147483646 h 44"/>
              <a:gd name="T28" fmla="*/ 2147483646 w 221"/>
              <a:gd name="T29" fmla="*/ 2147483646 h 44"/>
              <a:gd name="T30" fmla="*/ 2147483646 w 221"/>
              <a:gd name="T31" fmla="*/ 2147483646 h 44"/>
              <a:gd name="T32" fmla="*/ 2147483646 w 221"/>
              <a:gd name="T33" fmla="*/ 2147483646 h 44"/>
              <a:gd name="T34" fmla="*/ 2147483646 w 221"/>
              <a:gd name="T35" fmla="*/ 2147483646 h 44"/>
              <a:gd name="T36" fmla="*/ 2147483646 w 221"/>
              <a:gd name="T37" fmla="*/ 2147483646 h 44"/>
              <a:gd name="T38" fmla="*/ 0 w 221"/>
              <a:gd name="T39" fmla="*/ 2147483646 h 44"/>
              <a:gd name="T40" fmla="*/ 2147483646 w 221"/>
              <a:gd name="T41" fmla="*/ 2147483646 h 44"/>
              <a:gd name="T42" fmla="*/ 2147483646 w 221"/>
              <a:gd name="T43" fmla="*/ 2147483646 h 44"/>
              <a:gd name="T44" fmla="*/ 0 w 221"/>
              <a:gd name="T45" fmla="*/ 2147483646 h 44"/>
              <a:gd name="T46" fmla="*/ 2147483646 w 221"/>
              <a:gd name="T47" fmla="*/ 2147483646 h 44"/>
              <a:gd name="T48" fmla="*/ 2147483646 w 221"/>
              <a:gd name="T49" fmla="*/ 2147483646 h 44"/>
              <a:gd name="T50" fmla="*/ 2147483646 w 221"/>
              <a:gd name="T51" fmla="*/ 2147483646 h 44"/>
              <a:gd name="T52" fmla="*/ 2147483646 w 221"/>
              <a:gd name="T53" fmla="*/ 2147483646 h 44"/>
              <a:gd name="T54" fmla="*/ 2147483646 w 221"/>
              <a:gd name="T55" fmla="*/ 2147483646 h 44"/>
              <a:gd name="T56" fmla="*/ 2147483646 w 221"/>
              <a:gd name="T57" fmla="*/ 2147483646 h 44"/>
              <a:gd name="T58" fmla="*/ 2147483646 w 221"/>
              <a:gd name="T59" fmla="*/ 2147483646 h 44"/>
              <a:gd name="T60" fmla="*/ 2147483646 w 221"/>
              <a:gd name="T61" fmla="*/ 2147483646 h 44"/>
              <a:gd name="T62" fmla="*/ 2147483646 w 221"/>
              <a:gd name="T63" fmla="*/ 2147483646 h 44"/>
              <a:gd name="T64" fmla="*/ 2147483646 w 221"/>
              <a:gd name="T65" fmla="*/ 2147483646 h 44"/>
              <a:gd name="T66" fmla="*/ 2147483646 w 221"/>
              <a:gd name="T67" fmla="*/ 2147483646 h 44"/>
              <a:gd name="T68" fmla="*/ 2147483646 w 221"/>
              <a:gd name="T69" fmla="*/ 2147483646 h 44"/>
              <a:gd name="T70" fmla="*/ 2147483646 w 221"/>
              <a:gd name="T71" fmla="*/ 2147483646 h 44"/>
              <a:gd name="T72" fmla="*/ 2147483646 w 221"/>
              <a:gd name="T73" fmla="*/ 2147483646 h 44"/>
              <a:gd name="T74" fmla="*/ 2147483646 w 221"/>
              <a:gd name="T75" fmla="*/ 2147483646 h 44"/>
              <a:gd name="T76" fmla="*/ 2147483646 w 221"/>
              <a:gd name="T77" fmla="*/ 2147483646 h 44"/>
              <a:gd name="T78" fmla="*/ 2147483646 w 221"/>
              <a:gd name="T79" fmla="*/ 2147483646 h 44"/>
              <a:gd name="T80" fmla="*/ 2147483646 w 221"/>
              <a:gd name="T81" fmla="*/ 2147483646 h 44"/>
              <a:gd name="T82" fmla="*/ 2147483646 w 221"/>
              <a:gd name="T83" fmla="*/ 2147483646 h 44"/>
              <a:gd name="T84" fmla="*/ 2147483646 w 221"/>
              <a:gd name="T85" fmla="*/ 2147483646 h 44"/>
              <a:gd name="T86" fmla="*/ 2147483646 w 221"/>
              <a:gd name="T87" fmla="*/ 2147483646 h 44"/>
              <a:gd name="T88" fmla="*/ 2147483646 w 221"/>
              <a:gd name="T89" fmla="*/ 2147483646 h 44"/>
              <a:gd name="T90" fmla="*/ 2147483646 w 221"/>
              <a:gd name="T91" fmla="*/ 2147483646 h 44"/>
              <a:gd name="T92" fmla="*/ 2147483646 w 221"/>
              <a:gd name="T93" fmla="*/ 2147483646 h 44"/>
              <a:gd name="T94" fmla="*/ 2147483646 w 221"/>
              <a:gd name="T95" fmla="*/ 2147483646 h 44"/>
              <a:gd name="T96" fmla="*/ 2147483646 w 221"/>
              <a:gd name="T97" fmla="*/ 2147483646 h 44"/>
              <a:gd name="T98" fmla="*/ 2147483646 w 221"/>
              <a:gd name="T99" fmla="*/ 2147483646 h 44"/>
              <a:gd name="T100" fmla="*/ 2147483646 w 221"/>
              <a:gd name="T101" fmla="*/ 2147483646 h 44"/>
              <a:gd name="T102" fmla="*/ 2147483646 w 221"/>
              <a:gd name="T103" fmla="*/ 2147483646 h 44"/>
              <a:gd name="T104" fmla="*/ 2147483646 w 221"/>
              <a:gd name="T105" fmla="*/ 2147483646 h 44"/>
              <a:gd name="T106" fmla="*/ 2147483646 w 221"/>
              <a:gd name="T107" fmla="*/ 2147483646 h 44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221"/>
              <a:gd name="T163" fmla="*/ 0 h 44"/>
              <a:gd name="T164" fmla="*/ 221 w 221"/>
              <a:gd name="T165" fmla="*/ 44 h 44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221" h="44">
                <a:moveTo>
                  <a:pt x="19" y="44"/>
                </a:moveTo>
                <a:cubicBezTo>
                  <a:pt x="22" y="44"/>
                  <a:pt x="26" y="44"/>
                  <a:pt x="30" y="44"/>
                </a:cubicBezTo>
                <a:cubicBezTo>
                  <a:pt x="31" y="44"/>
                  <a:pt x="32" y="44"/>
                  <a:pt x="32" y="43"/>
                </a:cubicBezTo>
                <a:cubicBezTo>
                  <a:pt x="32" y="43"/>
                  <a:pt x="32" y="43"/>
                  <a:pt x="32" y="43"/>
                </a:cubicBezTo>
                <a:cubicBezTo>
                  <a:pt x="32" y="42"/>
                  <a:pt x="31" y="41"/>
                  <a:pt x="30" y="41"/>
                </a:cubicBezTo>
                <a:cubicBezTo>
                  <a:pt x="26" y="41"/>
                  <a:pt x="22" y="41"/>
                  <a:pt x="19" y="41"/>
                </a:cubicBezTo>
                <a:cubicBezTo>
                  <a:pt x="18" y="41"/>
                  <a:pt x="17" y="42"/>
                  <a:pt x="17" y="43"/>
                </a:cubicBezTo>
                <a:cubicBezTo>
                  <a:pt x="17" y="43"/>
                  <a:pt x="17" y="43"/>
                  <a:pt x="17" y="43"/>
                </a:cubicBezTo>
                <a:cubicBezTo>
                  <a:pt x="17" y="44"/>
                  <a:pt x="18" y="44"/>
                  <a:pt x="19" y="44"/>
                </a:cubicBezTo>
                <a:close/>
                <a:moveTo>
                  <a:pt x="196" y="43"/>
                </a:moveTo>
                <a:cubicBezTo>
                  <a:pt x="196" y="42"/>
                  <a:pt x="197" y="40"/>
                  <a:pt x="198" y="39"/>
                </a:cubicBezTo>
                <a:cubicBezTo>
                  <a:pt x="199" y="38"/>
                  <a:pt x="198" y="37"/>
                  <a:pt x="198" y="37"/>
                </a:cubicBezTo>
                <a:cubicBezTo>
                  <a:pt x="198" y="37"/>
                  <a:pt x="198" y="37"/>
                  <a:pt x="198" y="37"/>
                </a:cubicBezTo>
                <a:cubicBezTo>
                  <a:pt x="197" y="36"/>
                  <a:pt x="196" y="37"/>
                  <a:pt x="195" y="37"/>
                </a:cubicBezTo>
                <a:cubicBezTo>
                  <a:pt x="195" y="39"/>
                  <a:pt x="194" y="40"/>
                  <a:pt x="193" y="41"/>
                </a:cubicBezTo>
                <a:cubicBezTo>
                  <a:pt x="190" y="41"/>
                  <a:pt x="190" y="41"/>
                  <a:pt x="186" y="41"/>
                </a:cubicBezTo>
                <a:cubicBezTo>
                  <a:pt x="186" y="41"/>
                  <a:pt x="185" y="42"/>
                  <a:pt x="185" y="43"/>
                </a:cubicBezTo>
                <a:cubicBezTo>
                  <a:pt x="185" y="43"/>
                  <a:pt x="185" y="43"/>
                  <a:pt x="185" y="43"/>
                </a:cubicBezTo>
                <a:cubicBezTo>
                  <a:pt x="185" y="44"/>
                  <a:pt x="186" y="44"/>
                  <a:pt x="186" y="44"/>
                </a:cubicBezTo>
                <a:cubicBezTo>
                  <a:pt x="194" y="44"/>
                  <a:pt x="194" y="44"/>
                  <a:pt x="194" y="44"/>
                </a:cubicBezTo>
                <a:cubicBezTo>
                  <a:pt x="195" y="44"/>
                  <a:pt x="195" y="44"/>
                  <a:pt x="196" y="43"/>
                </a:cubicBezTo>
                <a:close/>
                <a:moveTo>
                  <a:pt x="217" y="1"/>
                </a:moveTo>
                <a:cubicBezTo>
                  <a:pt x="215" y="5"/>
                  <a:pt x="213" y="8"/>
                  <a:pt x="211" y="12"/>
                </a:cubicBezTo>
                <a:cubicBezTo>
                  <a:pt x="211" y="12"/>
                  <a:pt x="211" y="13"/>
                  <a:pt x="212" y="14"/>
                </a:cubicBezTo>
                <a:cubicBezTo>
                  <a:pt x="212" y="14"/>
                  <a:pt x="212" y="14"/>
                  <a:pt x="212" y="14"/>
                </a:cubicBezTo>
                <a:cubicBezTo>
                  <a:pt x="212" y="14"/>
                  <a:pt x="213" y="14"/>
                  <a:pt x="214" y="13"/>
                </a:cubicBezTo>
                <a:cubicBezTo>
                  <a:pt x="216" y="10"/>
                  <a:pt x="218" y="7"/>
                  <a:pt x="220" y="3"/>
                </a:cubicBezTo>
                <a:cubicBezTo>
                  <a:pt x="221" y="2"/>
                  <a:pt x="220" y="1"/>
                  <a:pt x="219" y="1"/>
                </a:cubicBezTo>
                <a:cubicBezTo>
                  <a:pt x="219" y="1"/>
                  <a:pt x="219" y="1"/>
                  <a:pt x="219" y="1"/>
                </a:cubicBezTo>
                <a:cubicBezTo>
                  <a:pt x="219" y="0"/>
                  <a:pt x="218" y="1"/>
                  <a:pt x="217" y="1"/>
                </a:cubicBezTo>
                <a:close/>
                <a:moveTo>
                  <a:pt x="206" y="19"/>
                </a:moveTo>
                <a:cubicBezTo>
                  <a:pt x="204" y="23"/>
                  <a:pt x="202" y="26"/>
                  <a:pt x="200" y="29"/>
                </a:cubicBezTo>
                <a:cubicBezTo>
                  <a:pt x="200" y="30"/>
                  <a:pt x="200" y="31"/>
                  <a:pt x="201" y="32"/>
                </a:cubicBezTo>
                <a:cubicBezTo>
                  <a:pt x="201" y="32"/>
                  <a:pt x="201" y="32"/>
                  <a:pt x="201" y="32"/>
                </a:cubicBezTo>
                <a:cubicBezTo>
                  <a:pt x="201" y="32"/>
                  <a:pt x="203" y="32"/>
                  <a:pt x="203" y="31"/>
                </a:cubicBezTo>
                <a:cubicBezTo>
                  <a:pt x="205" y="28"/>
                  <a:pt x="207" y="24"/>
                  <a:pt x="209" y="21"/>
                </a:cubicBezTo>
                <a:cubicBezTo>
                  <a:pt x="210" y="20"/>
                  <a:pt x="209" y="19"/>
                  <a:pt x="209" y="19"/>
                </a:cubicBezTo>
                <a:cubicBezTo>
                  <a:pt x="209" y="19"/>
                  <a:pt x="209" y="19"/>
                  <a:pt x="209" y="19"/>
                </a:cubicBezTo>
                <a:cubicBezTo>
                  <a:pt x="208" y="18"/>
                  <a:pt x="207" y="19"/>
                  <a:pt x="206" y="19"/>
                </a:cubicBezTo>
                <a:close/>
                <a:moveTo>
                  <a:pt x="0" y="41"/>
                </a:moveTo>
                <a:cubicBezTo>
                  <a:pt x="0" y="44"/>
                  <a:pt x="0" y="44"/>
                  <a:pt x="0" y="44"/>
                </a:cubicBezTo>
                <a:cubicBezTo>
                  <a:pt x="8" y="44"/>
                  <a:pt x="8" y="44"/>
                  <a:pt x="8" y="44"/>
                </a:cubicBezTo>
                <a:cubicBezTo>
                  <a:pt x="9" y="44"/>
                  <a:pt x="10" y="44"/>
                  <a:pt x="10" y="43"/>
                </a:cubicBezTo>
                <a:cubicBezTo>
                  <a:pt x="10" y="43"/>
                  <a:pt x="10" y="43"/>
                  <a:pt x="10" y="43"/>
                </a:cubicBezTo>
                <a:cubicBezTo>
                  <a:pt x="10" y="42"/>
                  <a:pt x="9" y="41"/>
                  <a:pt x="8" y="41"/>
                </a:cubicBezTo>
                <a:cubicBezTo>
                  <a:pt x="0" y="41"/>
                  <a:pt x="0" y="41"/>
                  <a:pt x="0" y="41"/>
                </a:cubicBezTo>
                <a:close/>
                <a:moveTo>
                  <a:pt x="40" y="44"/>
                </a:moveTo>
                <a:cubicBezTo>
                  <a:pt x="43" y="44"/>
                  <a:pt x="47" y="44"/>
                  <a:pt x="51" y="44"/>
                </a:cubicBezTo>
                <a:cubicBezTo>
                  <a:pt x="52" y="44"/>
                  <a:pt x="53" y="44"/>
                  <a:pt x="53" y="43"/>
                </a:cubicBezTo>
                <a:cubicBezTo>
                  <a:pt x="53" y="43"/>
                  <a:pt x="53" y="43"/>
                  <a:pt x="53" y="43"/>
                </a:cubicBezTo>
                <a:cubicBezTo>
                  <a:pt x="53" y="42"/>
                  <a:pt x="52" y="41"/>
                  <a:pt x="51" y="41"/>
                </a:cubicBezTo>
                <a:cubicBezTo>
                  <a:pt x="47" y="41"/>
                  <a:pt x="43" y="41"/>
                  <a:pt x="40" y="41"/>
                </a:cubicBezTo>
                <a:cubicBezTo>
                  <a:pt x="39" y="41"/>
                  <a:pt x="38" y="42"/>
                  <a:pt x="38" y="43"/>
                </a:cubicBezTo>
                <a:cubicBezTo>
                  <a:pt x="38" y="43"/>
                  <a:pt x="38" y="43"/>
                  <a:pt x="38" y="43"/>
                </a:cubicBezTo>
                <a:cubicBezTo>
                  <a:pt x="38" y="44"/>
                  <a:pt x="39" y="44"/>
                  <a:pt x="40" y="44"/>
                </a:cubicBezTo>
                <a:close/>
                <a:moveTo>
                  <a:pt x="60" y="44"/>
                </a:moveTo>
                <a:cubicBezTo>
                  <a:pt x="64" y="44"/>
                  <a:pt x="68" y="44"/>
                  <a:pt x="72" y="44"/>
                </a:cubicBezTo>
                <a:cubicBezTo>
                  <a:pt x="73" y="44"/>
                  <a:pt x="74" y="44"/>
                  <a:pt x="74" y="43"/>
                </a:cubicBezTo>
                <a:cubicBezTo>
                  <a:pt x="74" y="43"/>
                  <a:pt x="74" y="43"/>
                  <a:pt x="74" y="43"/>
                </a:cubicBezTo>
                <a:cubicBezTo>
                  <a:pt x="74" y="42"/>
                  <a:pt x="73" y="41"/>
                  <a:pt x="72" y="41"/>
                </a:cubicBezTo>
                <a:cubicBezTo>
                  <a:pt x="68" y="41"/>
                  <a:pt x="64" y="41"/>
                  <a:pt x="60" y="41"/>
                </a:cubicBezTo>
                <a:cubicBezTo>
                  <a:pt x="60" y="41"/>
                  <a:pt x="59" y="42"/>
                  <a:pt x="59" y="43"/>
                </a:cubicBezTo>
                <a:cubicBezTo>
                  <a:pt x="59" y="43"/>
                  <a:pt x="59" y="43"/>
                  <a:pt x="59" y="43"/>
                </a:cubicBezTo>
                <a:cubicBezTo>
                  <a:pt x="59" y="44"/>
                  <a:pt x="60" y="44"/>
                  <a:pt x="60" y="44"/>
                </a:cubicBezTo>
                <a:close/>
                <a:moveTo>
                  <a:pt x="81" y="44"/>
                </a:moveTo>
                <a:cubicBezTo>
                  <a:pt x="85" y="44"/>
                  <a:pt x="89" y="44"/>
                  <a:pt x="93" y="44"/>
                </a:cubicBezTo>
                <a:cubicBezTo>
                  <a:pt x="94" y="44"/>
                  <a:pt x="95" y="44"/>
                  <a:pt x="95" y="43"/>
                </a:cubicBezTo>
                <a:cubicBezTo>
                  <a:pt x="95" y="43"/>
                  <a:pt x="95" y="43"/>
                  <a:pt x="95" y="43"/>
                </a:cubicBezTo>
                <a:cubicBezTo>
                  <a:pt x="95" y="42"/>
                  <a:pt x="94" y="41"/>
                  <a:pt x="93" y="41"/>
                </a:cubicBezTo>
                <a:cubicBezTo>
                  <a:pt x="89" y="41"/>
                  <a:pt x="85" y="41"/>
                  <a:pt x="81" y="41"/>
                </a:cubicBezTo>
                <a:cubicBezTo>
                  <a:pt x="81" y="41"/>
                  <a:pt x="80" y="42"/>
                  <a:pt x="80" y="43"/>
                </a:cubicBezTo>
                <a:cubicBezTo>
                  <a:pt x="80" y="43"/>
                  <a:pt x="80" y="43"/>
                  <a:pt x="80" y="43"/>
                </a:cubicBezTo>
                <a:cubicBezTo>
                  <a:pt x="80" y="44"/>
                  <a:pt x="81" y="44"/>
                  <a:pt x="81" y="44"/>
                </a:cubicBezTo>
                <a:close/>
                <a:moveTo>
                  <a:pt x="102" y="44"/>
                </a:moveTo>
                <a:cubicBezTo>
                  <a:pt x="106" y="44"/>
                  <a:pt x="110" y="44"/>
                  <a:pt x="114" y="44"/>
                </a:cubicBezTo>
                <a:cubicBezTo>
                  <a:pt x="115" y="44"/>
                  <a:pt x="116" y="44"/>
                  <a:pt x="116" y="43"/>
                </a:cubicBezTo>
                <a:cubicBezTo>
                  <a:pt x="116" y="43"/>
                  <a:pt x="116" y="43"/>
                  <a:pt x="116" y="43"/>
                </a:cubicBezTo>
                <a:cubicBezTo>
                  <a:pt x="116" y="42"/>
                  <a:pt x="115" y="41"/>
                  <a:pt x="114" y="41"/>
                </a:cubicBezTo>
                <a:cubicBezTo>
                  <a:pt x="110" y="41"/>
                  <a:pt x="106" y="41"/>
                  <a:pt x="102" y="41"/>
                </a:cubicBezTo>
                <a:cubicBezTo>
                  <a:pt x="102" y="41"/>
                  <a:pt x="101" y="42"/>
                  <a:pt x="101" y="43"/>
                </a:cubicBezTo>
                <a:cubicBezTo>
                  <a:pt x="101" y="43"/>
                  <a:pt x="101" y="43"/>
                  <a:pt x="101" y="43"/>
                </a:cubicBezTo>
                <a:cubicBezTo>
                  <a:pt x="101" y="44"/>
                  <a:pt x="102" y="44"/>
                  <a:pt x="102" y="44"/>
                </a:cubicBezTo>
                <a:close/>
                <a:moveTo>
                  <a:pt x="123" y="44"/>
                </a:moveTo>
                <a:cubicBezTo>
                  <a:pt x="127" y="44"/>
                  <a:pt x="131" y="44"/>
                  <a:pt x="135" y="44"/>
                </a:cubicBezTo>
                <a:cubicBezTo>
                  <a:pt x="136" y="44"/>
                  <a:pt x="137" y="44"/>
                  <a:pt x="137" y="43"/>
                </a:cubicBezTo>
                <a:cubicBezTo>
                  <a:pt x="137" y="43"/>
                  <a:pt x="137" y="43"/>
                  <a:pt x="137" y="43"/>
                </a:cubicBezTo>
                <a:cubicBezTo>
                  <a:pt x="137" y="42"/>
                  <a:pt x="136" y="41"/>
                  <a:pt x="135" y="41"/>
                </a:cubicBezTo>
                <a:cubicBezTo>
                  <a:pt x="131" y="41"/>
                  <a:pt x="127" y="41"/>
                  <a:pt x="123" y="41"/>
                </a:cubicBezTo>
                <a:cubicBezTo>
                  <a:pt x="123" y="41"/>
                  <a:pt x="122" y="42"/>
                  <a:pt x="122" y="43"/>
                </a:cubicBezTo>
                <a:cubicBezTo>
                  <a:pt x="122" y="43"/>
                  <a:pt x="122" y="43"/>
                  <a:pt x="122" y="43"/>
                </a:cubicBezTo>
                <a:cubicBezTo>
                  <a:pt x="122" y="44"/>
                  <a:pt x="123" y="44"/>
                  <a:pt x="123" y="44"/>
                </a:cubicBezTo>
                <a:close/>
                <a:moveTo>
                  <a:pt x="144" y="44"/>
                </a:moveTo>
                <a:cubicBezTo>
                  <a:pt x="148" y="44"/>
                  <a:pt x="152" y="44"/>
                  <a:pt x="156" y="44"/>
                </a:cubicBezTo>
                <a:cubicBezTo>
                  <a:pt x="157" y="44"/>
                  <a:pt x="158" y="44"/>
                  <a:pt x="158" y="43"/>
                </a:cubicBezTo>
                <a:cubicBezTo>
                  <a:pt x="158" y="43"/>
                  <a:pt x="158" y="43"/>
                  <a:pt x="158" y="43"/>
                </a:cubicBezTo>
                <a:cubicBezTo>
                  <a:pt x="158" y="42"/>
                  <a:pt x="157" y="41"/>
                  <a:pt x="156" y="41"/>
                </a:cubicBezTo>
                <a:cubicBezTo>
                  <a:pt x="152" y="41"/>
                  <a:pt x="148" y="41"/>
                  <a:pt x="144" y="41"/>
                </a:cubicBezTo>
                <a:cubicBezTo>
                  <a:pt x="144" y="41"/>
                  <a:pt x="143" y="42"/>
                  <a:pt x="143" y="43"/>
                </a:cubicBezTo>
                <a:cubicBezTo>
                  <a:pt x="143" y="43"/>
                  <a:pt x="143" y="43"/>
                  <a:pt x="143" y="43"/>
                </a:cubicBezTo>
                <a:cubicBezTo>
                  <a:pt x="143" y="44"/>
                  <a:pt x="144" y="44"/>
                  <a:pt x="144" y="44"/>
                </a:cubicBezTo>
                <a:close/>
                <a:moveTo>
                  <a:pt x="165" y="44"/>
                </a:moveTo>
                <a:cubicBezTo>
                  <a:pt x="169" y="44"/>
                  <a:pt x="173" y="44"/>
                  <a:pt x="177" y="44"/>
                </a:cubicBezTo>
                <a:cubicBezTo>
                  <a:pt x="178" y="44"/>
                  <a:pt x="179" y="44"/>
                  <a:pt x="179" y="43"/>
                </a:cubicBezTo>
                <a:cubicBezTo>
                  <a:pt x="179" y="43"/>
                  <a:pt x="179" y="43"/>
                  <a:pt x="179" y="43"/>
                </a:cubicBezTo>
                <a:cubicBezTo>
                  <a:pt x="179" y="42"/>
                  <a:pt x="178" y="41"/>
                  <a:pt x="177" y="41"/>
                </a:cubicBezTo>
                <a:cubicBezTo>
                  <a:pt x="173" y="41"/>
                  <a:pt x="169" y="41"/>
                  <a:pt x="165" y="41"/>
                </a:cubicBezTo>
                <a:cubicBezTo>
                  <a:pt x="165" y="41"/>
                  <a:pt x="164" y="42"/>
                  <a:pt x="164" y="43"/>
                </a:cubicBezTo>
                <a:cubicBezTo>
                  <a:pt x="164" y="43"/>
                  <a:pt x="164" y="43"/>
                  <a:pt x="164" y="43"/>
                </a:cubicBezTo>
                <a:cubicBezTo>
                  <a:pt x="164" y="44"/>
                  <a:pt x="165" y="44"/>
                  <a:pt x="165" y="44"/>
                </a:cubicBezTo>
                <a:close/>
              </a:path>
            </a:pathLst>
          </a:custGeom>
          <a:solidFill>
            <a:srgbClr val="F7BF9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29">
            <a:extLst>
              <a:ext uri="{FF2B5EF4-FFF2-40B4-BE49-F238E27FC236}">
                <a16:creationId xmlns:a16="http://schemas.microsoft.com/office/drawing/2014/main" id="{F98F2252-3081-0E47-B3D7-AEAC36B37F7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978525" y="1431925"/>
            <a:ext cx="1870075" cy="431800"/>
          </a:xfrm>
          <a:custGeom>
            <a:avLst/>
            <a:gdLst>
              <a:gd name="T0" fmla="*/ 2147483646 w 225"/>
              <a:gd name="T1" fmla="*/ 0 h 52"/>
              <a:gd name="T2" fmla="*/ 2147483646 w 225"/>
              <a:gd name="T3" fmla="*/ 2147483646 h 52"/>
              <a:gd name="T4" fmla="*/ 2147483646 w 225"/>
              <a:gd name="T5" fmla="*/ 2147483646 h 52"/>
              <a:gd name="T6" fmla="*/ 2147483646 w 225"/>
              <a:gd name="T7" fmla="*/ 2147483646 h 52"/>
              <a:gd name="T8" fmla="*/ 2147483646 w 225"/>
              <a:gd name="T9" fmla="*/ 2147483646 h 52"/>
              <a:gd name="T10" fmla="*/ 2147483646 w 225"/>
              <a:gd name="T11" fmla="*/ 2147483646 h 52"/>
              <a:gd name="T12" fmla="*/ 2147483646 w 225"/>
              <a:gd name="T13" fmla="*/ 2147483646 h 52"/>
              <a:gd name="T14" fmla="*/ 2147483646 w 225"/>
              <a:gd name="T15" fmla="*/ 2147483646 h 52"/>
              <a:gd name="T16" fmla="*/ 2147483646 w 225"/>
              <a:gd name="T17" fmla="*/ 2147483646 h 52"/>
              <a:gd name="T18" fmla="*/ 2147483646 w 225"/>
              <a:gd name="T19" fmla="*/ 2147483646 h 52"/>
              <a:gd name="T20" fmla="*/ 2147483646 w 225"/>
              <a:gd name="T21" fmla="*/ 2147483646 h 52"/>
              <a:gd name="T22" fmla="*/ 2147483646 w 225"/>
              <a:gd name="T23" fmla="*/ 2147483646 h 52"/>
              <a:gd name="T24" fmla="*/ 2147483646 w 225"/>
              <a:gd name="T25" fmla="*/ 2147483646 h 52"/>
              <a:gd name="T26" fmla="*/ 2147483646 w 225"/>
              <a:gd name="T27" fmla="*/ 0 h 52"/>
              <a:gd name="T28" fmla="*/ 2147483646 w 225"/>
              <a:gd name="T29" fmla="*/ 2147483646 h 52"/>
              <a:gd name="T30" fmla="*/ 2147483646 w 225"/>
              <a:gd name="T31" fmla="*/ 2147483646 h 52"/>
              <a:gd name="T32" fmla="*/ 2147483646 w 225"/>
              <a:gd name="T33" fmla="*/ 2147483646 h 52"/>
              <a:gd name="T34" fmla="*/ 2147483646 w 225"/>
              <a:gd name="T35" fmla="*/ 2147483646 h 52"/>
              <a:gd name="T36" fmla="*/ 2147483646 w 225"/>
              <a:gd name="T37" fmla="*/ 2147483646 h 52"/>
              <a:gd name="T38" fmla="*/ 2147483646 w 225"/>
              <a:gd name="T39" fmla="*/ 2147483646 h 52"/>
              <a:gd name="T40" fmla="*/ 2147483646 w 225"/>
              <a:gd name="T41" fmla="*/ 2147483646 h 52"/>
              <a:gd name="T42" fmla="*/ 2147483646 w 225"/>
              <a:gd name="T43" fmla="*/ 2147483646 h 52"/>
              <a:gd name="T44" fmla="*/ 2147483646 w 225"/>
              <a:gd name="T45" fmla="*/ 2147483646 h 52"/>
              <a:gd name="T46" fmla="*/ 2147483646 w 225"/>
              <a:gd name="T47" fmla="*/ 2147483646 h 52"/>
              <a:gd name="T48" fmla="*/ 0 w 225"/>
              <a:gd name="T49" fmla="*/ 0 h 52"/>
              <a:gd name="T50" fmla="*/ 2147483646 w 225"/>
              <a:gd name="T51" fmla="*/ 2147483646 h 52"/>
              <a:gd name="T52" fmla="*/ 2147483646 w 225"/>
              <a:gd name="T53" fmla="*/ 2147483646 h 52"/>
              <a:gd name="T54" fmla="*/ 2147483646 w 225"/>
              <a:gd name="T55" fmla="*/ 0 h 52"/>
              <a:gd name="T56" fmla="*/ 2147483646 w 225"/>
              <a:gd name="T57" fmla="*/ 2147483646 h 52"/>
              <a:gd name="T58" fmla="*/ 2147483646 w 225"/>
              <a:gd name="T59" fmla="*/ 2147483646 h 52"/>
              <a:gd name="T60" fmla="*/ 2147483646 w 225"/>
              <a:gd name="T61" fmla="*/ 2147483646 h 52"/>
              <a:gd name="T62" fmla="*/ 2147483646 w 225"/>
              <a:gd name="T63" fmla="*/ 0 h 52"/>
              <a:gd name="T64" fmla="*/ 2147483646 w 225"/>
              <a:gd name="T65" fmla="*/ 0 h 52"/>
              <a:gd name="T66" fmla="*/ 2147483646 w 225"/>
              <a:gd name="T67" fmla="*/ 2147483646 h 52"/>
              <a:gd name="T68" fmla="*/ 2147483646 w 225"/>
              <a:gd name="T69" fmla="*/ 2147483646 h 52"/>
              <a:gd name="T70" fmla="*/ 2147483646 w 225"/>
              <a:gd name="T71" fmla="*/ 2147483646 h 52"/>
              <a:gd name="T72" fmla="*/ 2147483646 w 225"/>
              <a:gd name="T73" fmla="*/ 0 h 52"/>
              <a:gd name="T74" fmla="*/ 2147483646 w 225"/>
              <a:gd name="T75" fmla="*/ 2147483646 h 52"/>
              <a:gd name="T76" fmla="*/ 2147483646 w 225"/>
              <a:gd name="T77" fmla="*/ 2147483646 h 52"/>
              <a:gd name="T78" fmla="*/ 2147483646 w 225"/>
              <a:gd name="T79" fmla="*/ 2147483646 h 52"/>
              <a:gd name="T80" fmla="*/ 2147483646 w 225"/>
              <a:gd name="T81" fmla="*/ 0 h 52"/>
              <a:gd name="T82" fmla="*/ 2147483646 w 225"/>
              <a:gd name="T83" fmla="*/ 0 h 52"/>
              <a:gd name="T84" fmla="*/ 2147483646 w 225"/>
              <a:gd name="T85" fmla="*/ 2147483646 h 52"/>
              <a:gd name="T86" fmla="*/ 2147483646 w 225"/>
              <a:gd name="T87" fmla="*/ 2147483646 h 52"/>
              <a:gd name="T88" fmla="*/ 2147483646 w 225"/>
              <a:gd name="T89" fmla="*/ 2147483646 h 52"/>
              <a:gd name="T90" fmla="*/ 2147483646 w 225"/>
              <a:gd name="T91" fmla="*/ 0 h 52"/>
              <a:gd name="T92" fmla="*/ 2147483646 w 225"/>
              <a:gd name="T93" fmla="*/ 2147483646 h 52"/>
              <a:gd name="T94" fmla="*/ 2147483646 w 225"/>
              <a:gd name="T95" fmla="*/ 2147483646 h 52"/>
              <a:gd name="T96" fmla="*/ 2147483646 w 225"/>
              <a:gd name="T97" fmla="*/ 2147483646 h 52"/>
              <a:gd name="T98" fmla="*/ 2147483646 w 225"/>
              <a:gd name="T99" fmla="*/ 0 h 52"/>
              <a:gd name="T100" fmla="*/ 2147483646 w 225"/>
              <a:gd name="T101" fmla="*/ 0 h 52"/>
              <a:gd name="T102" fmla="*/ 2147483646 w 225"/>
              <a:gd name="T103" fmla="*/ 2147483646 h 52"/>
              <a:gd name="T104" fmla="*/ 2147483646 w 225"/>
              <a:gd name="T105" fmla="*/ 2147483646 h 52"/>
              <a:gd name="T106" fmla="*/ 2147483646 w 225"/>
              <a:gd name="T107" fmla="*/ 2147483646 h 52"/>
              <a:gd name="T108" fmla="*/ 2147483646 w 225"/>
              <a:gd name="T109" fmla="*/ 0 h 52"/>
              <a:gd name="T110" fmla="*/ 2147483646 w 225"/>
              <a:gd name="T111" fmla="*/ 2147483646 h 52"/>
              <a:gd name="T112" fmla="*/ 2147483646 w 225"/>
              <a:gd name="T113" fmla="*/ 2147483646 h 52"/>
              <a:gd name="T114" fmla="*/ 2147483646 w 225"/>
              <a:gd name="T115" fmla="*/ 2147483646 h 52"/>
              <a:gd name="T116" fmla="*/ 2147483646 w 225"/>
              <a:gd name="T117" fmla="*/ 0 h 52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225"/>
              <a:gd name="T178" fmla="*/ 0 h 52"/>
              <a:gd name="T179" fmla="*/ 225 w 225"/>
              <a:gd name="T180" fmla="*/ 52 h 52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225" h="52">
                <a:moveTo>
                  <a:pt x="19" y="0"/>
                </a:moveTo>
                <a:cubicBezTo>
                  <a:pt x="22" y="0"/>
                  <a:pt x="26" y="0"/>
                  <a:pt x="30" y="0"/>
                </a:cubicBezTo>
                <a:cubicBezTo>
                  <a:pt x="31" y="0"/>
                  <a:pt x="32" y="1"/>
                  <a:pt x="32" y="2"/>
                </a:cubicBezTo>
                <a:cubicBezTo>
                  <a:pt x="32" y="2"/>
                  <a:pt x="32" y="2"/>
                  <a:pt x="32" y="2"/>
                </a:cubicBezTo>
                <a:cubicBezTo>
                  <a:pt x="32" y="3"/>
                  <a:pt x="31" y="3"/>
                  <a:pt x="30" y="3"/>
                </a:cubicBezTo>
                <a:cubicBezTo>
                  <a:pt x="26" y="3"/>
                  <a:pt x="22" y="3"/>
                  <a:pt x="19" y="3"/>
                </a:cubicBezTo>
                <a:cubicBezTo>
                  <a:pt x="18" y="3"/>
                  <a:pt x="17" y="3"/>
                  <a:pt x="17" y="2"/>
                </a:cubicBezTo>
                <a:cubicBezTo>
                  <a:pt x="17" y="2"/>
                  <a:pt x="17" y="2"/>
                  <a:pt x="17" y="2"/>
                </a:cubicBezTo>
                <a:cubicBezTo>
                  <a:pt x="17" y="1"/>
                  <a:pt x="18" y="0"/>
                  <a:pt x="19" y="0"/>
                </a:cubicBezTo>
                <a:close/>
                <a:moveTo>
                  <a:pt x="224" y="48"/>
                </a:moveTo>
                <a:cubicBezTo>
                  <a:pt x="224" y="48"/>
                  <a:pt x="224" y="48"/>
                  <a:pt x="224" y="48"/>
                </a:cubicBezTo>
                <a:cubicBezTo>
                  <a:pt x="225" y="48"/>
                  <a:pt x="225" y="49"/>
                  <a:pt x="225" y="50"/>
                </a:cubicBezTo>
                <a:cubicBezTo>
                  <a:pt x="225" y="50"/>
                  <a:pt x="225" y="50"/>
                  <a:pt x="225" y="50"/>
                </a:cubicBezTo>
                <a:cubicBezTo>
                  <a:pt x="225" y="51"/>
                  <a:pt x="225" y="52"/>
                  <a:pt x="224" y="52"/>
                </a:cubicBezTo>
                <a:cubicBezTo>
                  <a:pt x="224" y="52"/>
                  <a:pt x="224" y="52"/>
                  <a:pt x="224" y="52"/>
                </a:cubicBezTo>
                <a:cubicBezTo>
                  <a:pt x="223" y="52"/>
                  <a:pt x="222" y="51"/>
                  <a:pt x="222" y="50"/>
                </a:cubicBezTo>
                <a:cubicBezTo>
                  <a:pt x="222" y="50"/>
                  <a:pt x="222" y="50"/>
                  <a:pt x="222" y="50"/>
                </a:cubicBezTo>
                <a:cubicBezTo>
                  <a:pt x="222" y="49"/>
                  <a:pt x="223" y="48"/>
                  <a:pt x="224" y="48"/>
                </a:cubicBezTo>
                <a:close/>
                <a:moveTo>
                  <a:pt x="196" y="1"/>
                </a:moveTo>
                <a:cubicBezTo>
                  <a:pt x="196" y="3"/>
                  <a:pt x="197" y="4"/>
                  <a:pt x="198" y="5"/>
                </a:cubicBezTo>
                <a:cubicBezTo>
                  <a:pt x="199" y="6"/>
                  <a:pt x="198" y="7"/>
                  <a:pt x="198" y="8"/>
                </a:cubicBezTo>
                <a:cubicBezTo>
                  <a:pt x="198" y="8"/>
                  <a:pt x="198" y="8"/>
                  <a:pt x="198" y="8"/>
                </a:cubicBezTo>
                <a:cubicBezTo>
                  <a:pt x="197" y="8"/>
                  <a:pt x="196" y="8"/>
                  <a:pt x="195" y="7"/>
                </a:cubicBezTo>
                <a:cubicBezTo>
                  <a:pt x="195" y="6"/>
                  <a:pt x="194" y="5"/>
                  <a:pt x="193" y="3"/>
                </a:cubicBezTo>
                <a:cubicBezTo>
                  <a:pt x="190" y="3"/>
                  <a:pt x="190" y="3"/>
                  <a:pt x="186" y="3"/>
                </a:cubicBezTo>
                <a:cubicBezTo>
                  <a:pt x="186" y="3"/>
                  <a:pt x="185" y="3"/>
                  <a:pt x="185" y="2"/>
                </a:cubicBezTo>
                <a:cubicBezTo>
                  <a:pt x="185" y="2"/>
                  <a:pt x="185" y="2"/>
                  <a:pt x="185" y="2"/>
                </a:cubicBezTo>
                <a:cubicBezTo>
                  <a:pt x="185" y="1"/>
                  <a:pt x="186" y="0"/>
                  <a:pt x="186" y="0"/>
                </a:cubicBezTo>
                <a:cubicBezTo>
                  <a:pt x="194" y="0"/>
                  <a:pt x="194" y="0"/>
                  <a:pt x="194" y="0"/>
                </a:cubicBezTo>
                <a:cubicBezTo>
                  <a:pt x="195" y="0"/>
                  <a:pt x="195" y="1"/>
                  <a:pt x="196" y="1"/>
                </a:cubicBezTo>
                <a:close/>
                <a:moveTo>
                  <a:pt x="217" y="43"/>
                </a:moveTo>
                <a:cubicBezTo>
                  <a:pt x="215" y="40"/>
                  <a:pt x="213" y="36"/>
                  <a:pt x="211" y="33"/>
                </a:cubicBezTo>
                <a:cubicBezTo>
                  <a:pt x="211" y="32"/>
                  <a:pt x="211" y="31"/>
                  <a:pt x="212" y="31"/>
                </a:cubicBezTo>
                <a:cubicBezTo>
                  <a:pt x="212" y="31"/>
                  <a:pt x="212" y="31"/>
                  <a:pt x="212" y="31"/>
                </a:cubicBezTo>
                <a:cubicBezTo>
                  <a:pt x="212" y="30"/>
                  <a:pt x="213" y="30"/>
                  <a:pt x="214" y="31"/>
                </a:cubicBezTo>
                <a:cubicBezTo>
                  <a:pt x="216" y="34"/>
                  <a:pt x="218" y="38"/>
                  <a:pt x="220" y="41"/>
                </a:cubicBezTo>
                <a:cubicBezTo>
                  <a:pt x="221" y="42"/>
                  <a:pt x="220" y="43"/>
                  <a:pt x="219" y="43"/>
                </a:cubicBezTo>
                <a:cubicBezTo>
                  <a:pt x="219" y="43"/>
                  <a:pt x="219" y="43"/>
                  <a:pt x="219" y="43"/>
                </a:cubicBezTo>
                <a:cubicBezTo>
                  <a:pt x="219" y="44"/>
                  <a:pt x="218" y="44"/>
                  <a:pt x="217" y="43"/>
                </a:cubicBezTo>
                <a:close/>
                <a:moveTo>
                  <a:pt x="206" y="25"/>
                </a:moveTo>
                <a:cubicBezTo>
                  <a:pt x="204" y="22"/>
                  <a:pt x="202" y="18"/>
                  <a:pt x="200" y="15"/>
                </a:cubicBezTo>
                <a:cubicBezTo>
                  <a:pt x="200" y="14"/>
                  <a:pt x="200" y="13"/>
                  <a:pt x="201" y="13"/>
                </a:cubicBezTo>
                <a:cubicBezTo>
                  <a:pt x="201" y="13"/>
                  <a:pt x="201" y="13"/>
                  <a:pt x="201" y="13"/>
                </a:cubicBezTo>
                <a:cubicBezTo>
                  <a:pt x="201" y="12"/>
                  <a:pt x="203" y="12"/>
                  <a:pt x="203" y="13"/>
                </a:cubicBezTo>
                <a:cubicBezTo>
                  <a:pt x="205" y="17"/>
                  <a:pt x="207" y="20"/>
                  <a:pt x="209" y="23"/>
                </a:cubicBezTo>
                <a:cubicBezTo>
                  <a:pt x="210" y="24"/>
                  <a:pt x="209" y="25"/>
                  <a:pt x="209" y="26"/>
                </a:cubicBezTo>
                <a:cubicBezTo>
                  <a:pt x="209" y="26"/>
                  <a:pt x="209" y="26"/>
                  <a:pt x="209" y="26"/>
                </a:cubicBezTo>
                <a:cubicBezTo>
                  <a:pt x="208" y="26"/>
                  <a:pt x="207" y="26"/>
                  <a:pt x="206" y="25"/>
                </a:cubicBezTo>
                <a:close/>
                <a:moveTo>
                  <a:pt x="0" y="3"/>
                </a:moveTo>
                <a:cubicBezTo>
                  <a:pt x="0" y="0"/>
                  <a:pt x="0" y="0"/>
                  <a:pt x="0" y="0"/>
                </a:cubicBezTo>
                <a:cubicBezTo>
                  <a:pt x="8" y="0"/>
                  <a:pt x="8" y="0"/>
                  <a:pt x="8" y="0"/>
                </a:cubicBezTo>
                <a:cubicBezTo>
                  <a:pt x="9" y="0"/>
                  <a:pt x="10" y="1"/>
                  <a:pt x="10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10" y="3"/>
                  <a:pt x="9" y="3"/>
                  <a:pt x="8" y="3"/>
                </a:cubicBezTo>
                <a:cubicBezTo>
                  <a:pt x="0" y="3"/>
                  <a:pt x="0" y="3"/>
                  <a:pt x="0" y="3"/>
                </a:cubicBezTo>
                <a:close/>
                <a:moveTo>
                  <a:pt x="40" y="0"/>
                </a:moveTo>
                <a:cubicBezTo>
                  <a:pt x="43" y="0"/>
                  <a:pt x="47" y="0"/>
                  <a:pt x="51" y="0"/>
                </a:cubicBezTo>
                <a:cubicBezTo>
                  <a:pt x="52" y="0"/>
                  <a:pt x="53" y="1"/>
                  <a:pt x="53" y="2"/>
                </a:cubicBezTo>
                <a:cubicBezTo>
                  <a:pt x="53" y="2"/>
                  <a:pt x="53" y="2"/>
                  <a:pt x="53" y="2"/>
                </a:cubicBezTo>
                <a:cubicBezTo>
                  <a:pt x="53" y="3"/>
                  <a:pt x="52" y="3"/>
                  <a:pt x="51" y="3"/>
                </a:cubicBezTo>
                <a:cubicBezTo>
                  <a:pt x="47" y="3"/>
                  <a:pt x="43" y="3"/>
                  <a:pt x="40" y="3"/>
                </a:cubicBezTo>
                <a:cubicBezTo>
                  <a:pt x="39" y="3"/>
                  <a:pt x="38" y="3"/>
                  <a:pt x="38" y="2"/>
                </a:cubicBezTo>
                <a:cubicBezTo>
                  <a:pt x="38" y="2"/>
                  <a:pt x="38" y="2"/>
                  <a:pt x="38" y="2"/>
                </a:cubicBezTo>
                <a:cubicBezTo>
                  <a:pt x="38" y="1"/>
                  <a:pt x="39" y="0"/>
                  <a:pt x="40" y="0"/>
                </a:cubicBezTo>
                <a:close/>
                <a:moveTo>
                  <a:pt x="60" y="0"/>
                </a:moveTo>
                <a:cubicBezTo>
                  <a:pt x="64" y="0"/>
                  <a:pt x="68" y="0"/>
                  <a:pt x="72" y="0"/>
                </a:cubicBezTo>
                <a:cubicBezTo>
                  <a:pt x="73" y="0"/>
                  <a:pt x="74" y="1"/>
                  <a:pt x="74" y="2"/>
                </a:cubicBezTo>
                <a:cubicBezTo>
                  <a:pt x="74" y="2"/>
                  <a:pt x="74" y="2"/>
                  <a:pt x="74" y="2"/>
                </a:cubicBezTo>
                <a:cubicBezTo>
                  <a:pt x="74" y="3"/>
                  <a:pt x="73" y="3"/>
                  <a:pt x="72" y="3"/>
                </a:cubicBezTo>
                <a:cubicBezTo>
                  <a:pt x="68" y="3"/>
                  <a:pt x="64" y="3"/>
                  <a:pt x="60" y="3"/>
                </a:cubicBezTo>
                <a:cubicBezTo>
                  <a:pt x="60" y="3"/>
                  <a:pt x="59" y="3"/>
                  <a:pt x="59" y="2"/>
                </a:cubicBezTo>
                <a:cubicBezTo>
                  <a:pt x="59" y="2"/>
                  <a:pt x="59" y="2"/>
                  <a:pt x="59" y="2"/>
                </a:cubicBezTo>
                <a:cubicBezTo>
                  <a:pt x="59" y="1"/>
                  <a:pt x="60" y="0"/>
                  <a:pt x="60" y="0"/>
                </a:cubicBezTo>
                <a:close/>
                <a:moveTo>
                  <a:pt x="81" y="0"/>
                </a:moveTo>
                <a:cubicBezTo>
                  <a:pt x="85" y="0"/>
                  <a:pt x="89" y="0"/>
                  <a:pt x="93" y="0"/>
                </a:cubicBezTo>
                <a:cubicBezTo>
                  <a:pt x="94" y="0"/>
                  <a:pt x="95" y="1"/>
                  <a:pt x="95" y="2"/>
                </a:cubicBezTo>
                <a:cubicBezTo>
                  <a:pt x="95" y="2"/>
                  <a:pt x="95" y="2"/>
                  <a:pt x="95" y="2"/>
                </a:cubicBezTo>
                <a:cubicBezTo>
                  <a:pt x="95" y="3"/>
                  <a:pt x="94" y="3"/>
                  <a:pt x="93" y="3"/>
                </a:cubicBezTo>
                <a:cubicBezTo>
                  <a:pt x="89" y="3"/>
                  <a:pt x="85" y="3"/>
                  <a:pt x="81" y="3"/>
                </a:cubicBezTo>
                <a:cubicBezTo>
                  <a:pt x="81" y="3"/>
                  <a:pt x="80" y="3"/>
                  <a:pt x="80" y="2"/>
                </a:cubicBezTo>
                <a:cubicBezTo>
                  <a:pt x="80" y="2"/>
                  <a:pt x="80" y="2"/>
                  <a:pt x="80" y="2"/>
                </a:cubicBezTo>
                <a:cubicBezTo>
                  <a:pt x="80" y="1"/>
                  <a:pt x="81" y="0"/>
                  <a:pt x="81" y="0"/>
                </a:cubicBezTo>
                <a:close/>
                <a:moveTo>
                  <a:pt x="102" y="0"/>
                </a:moveTo>
                <a:cubicBezTo>
                  <a:pt x="106" y="0"/>
                  <a:pt x="110" y="0"/>
                  <a:pt x="114" y="0"/>
                </a:cubicBezTo>
                <a:cubicBezTo>
                  <a:pt x="115" y="0"/>
                  <a:pt x="116" y="1"/>
                  <a:pt x="116" y="2"/>
                </a:cubicBezTo>
                <a:cubicBezTo>
                  <a:pt x="116" y="2"/>
                  <a:pt x="116" y="2"/>
                  <a:pt x="116" y="2"/>
                </a:cubicBezTo>
                <a:cubicBezTo>
                  <a:pt x="116" y="3"/>
                  <a:pt x="115" y="3"/>
                  <a:pt x="114" y="3"/>
                </a:cubicBezTo>
                <a:cubicBezTo>
                  <a:pt x="110" y="3"/>
                  <a:pt x="106" y="3"/>
                  <a:pt x="102" y="3"/>
                </a:cubicBezTo>
                <a:cubicBezTo>
                  <a:pt x="102" y="3"/>
                  <a:pt x="101" y="3"/>
                  <a:pt x="101" y="2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2" y="0"/>
                </a:cubicBezTo>
                <a:close/>
                <a:moveTo>
                  <a:pt x="123" y="0"/>
                </a:moveTo>
                <a:cubicBezTo>
                  <a:pt x="127" y="0"/>
                  <a:pt x="131" y="0"/>
                  <a:pt x="135" y="0"/>
                </a:cubicBezTo>
                <a:cubicBezTo>
                  <a:pt x="136" y="0"/>
                  <a:pt x="137" y="1"/>
                  <a:pt x="137" y="2"/>
                </a:cubicBezTo>
                <a:cubicBezTo>
                  <a:pt x="137" y="2"/>
                  <a:pt x="137" y="2"/>
                  <a:pt x="137" y="2"/>
                </a:cubicBezTo>
                <a:cubicBezTo>
                  <a:pt x="137" y="3"/>
                  <a:pt x="136" y="3"/>
                  <a:pt x="135" y="3"/>
                </a:cubicBezTo>
                <a:cubicBezTo>
                  <a:pt x="131" y="3"/>
                  <a:pt x="127" y="3"/>
                  <a:pt x="123" y="3"/>
                </a:cubicBezTo>
                <a:cubicBezTo>
                  <a:pt x="123" y="3"/>
                  <a:pt x="122" y="3"/>
                  <a:pt x="122" y="2"/>
                </a:cubicBezTo>
                <a:cubicBezTo>
                  <a:pt x="122" y="2"/>
                  <a:pt x="122" y="2"/>
                  <a:pt x="122" y="2"/>
                </a:cubicBezTo>
                <a:cubicBezTo>
                  <a:pt x="122" y="1"/>
                  <a:pt x="123" y="0"/>
                  <a:pt x="123" y="0"/>
                </a:cubicBezTo>
                <a:close/>
                <a:moveTo>
                  <a:pt x="144" y="0"/>
                </a:moveTo>
                <a:cubicBezTo>
                  <a:pt x="148" y="0"/>
                  <a:pt x="152" y="0"/>
                  <a:pt x="156" y="0"/>
                </a:cubicBezTo>
                <a:cubicBezTo>
                  <a:pt x="157" y="0"/>
                  <a:pt x="158" y="1"/>
                  <a:pt x="158" y="2"/>
                </a:cubicBezTo>
                <a:cubicBezTo>
                  <a:pt x="158" y="2"/>
                  <a:pt x="158" y="2"/>
                  <a:pt x="158" y="2"/>
                </a:cubicBezTo>
                <a:cubicBezTo>
                  <a:pt x="158" y="3"/>
                  <a:pt x="157" y="3"/>
                  <a:pt x="156" y="3"/>
                </a:cubicBezTo>
                <a:cubicBezTo>
                  <a:pt x="152" y="3"/>
                  <a:pt x="148" y="3"/>
                  <a:pt x="144" y="3"/>
                </a:cubicBezTo>
                <a:cubicBezTo>
                  <a:pt x="144" y="3"/>
                  <a:pt x="143" y="3"/>
                  <a:pt x="143" y="2"/>
                </a:cubicBezTo>
                <a:cubicBezTo>
                  <a:pt x="143" y="2"/>
                  <a:pt x="143" y="2"/>
                  <a:pt x="143" y="2"/>
                </a:cubicBezTo>
                <a:cubicBezTo>
                  <a:pt x="143" y="1"/>
                  <a:pt x="144" y="0"/>
                  <a:pt x="144" y="0"/>
                </a:cubicBezTo>
                <a:close/>
                <a:moveTo>
                  <a:pt x="165" y="0"/>
                </a:moveTo>
                <a:cubicBezTo>
                  <a:pt x="169" y="0"/>
                  <a:pt x="173" y="0"/>
                  <a:pt x="177" y="0"/>
                </a:cubicBezTo>
                <a:cubicBezTo>
                  <a:pt x="178" y="0"/>
                  <a:pt x="179" y="1"/>
                  <a:pt x="179" y="2"/>
                </a:cubicBezTo>
                <a:cubicBezTo>
                  <a:pt x="179" y="2"/>
                  <a:pt x="179" y="2"/>
                  <a:pt x="179" y="2"/>
                </a:cubicBezTo>
                <a:cubicBezTo>
                  <a:pt x="179" y="3"/>
                  <a:pt x="178" y="3"/>
                  <a:pt x="177" y="3"/>
                </a:cubicBezTo>
                <a:cubicBezTo>
                  <a:pt x="173" y="3"/>
                  <a:pt x="169" y="3"/>
                  <a:pt x="165" y="3"/>
                </a:cubicBezTo>
                <a:cubicBezTo>
                  <a:pt x="165" y="3"/>
                  <a:pt x="164" y="3"/>
                  <a:pt x="164" y="2"/>
                </a:cubicBezTo>
                <a:cubicBezTo>
                  <a:pt x="164" y="2"/>
                  <a:pt x="164" y="2"/>
                  <a:pt x="164" y="2"/>
                </a:cubicBezTo>
                <a:cubicBezTo>
                  <a:pt x="164" y="1"/>
                  <a:pt x="165" y="0"/>
                  <a:pt x="165" y="0"/>
                </a:cubicBezTo>
                <a:close/>
              </a:path>
            </a:pathLst>
          </a:custGeom>
          <a:solidFill>
            <a:srgbClr val="F7BF9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34">
            <a:extLst>
              <a:ext uri="{FF2B5EF4-FFF2-40B4-BE49-F238E27FC236}">
                <a16:creationId xmlns:a16="http://schemas.microsoft.com/office/drawing/2014/main" id="{4E75C7D9-8B2D-7C47-91AC-8A126A0A7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300413"/>
            <a:ext cx="1736725" cy="955675"/>
          </a:xfrm>
          <a:custGeom>
            <a:avLst/>
            <a:gdLst>
              <a:gd name="T0" fmla="*/ 0 w 1094"/>
              <a:gd name="T1" fmla="*/ 0 h 602"/>
              <a:gd name="T2" fmla="*/ 2147483646 w 1094"/>
              <a:gd name="T3" fmla="*/ 0 h 602"/>
              <a:gd name="T4" fmla="*/ 2147483646 w 1094"/>
              <a:gd name="T5" fmla="*/ 2147483646 h 602"/>
              <a:gd name="T6" fmla="*/ 2147483646 w 1094"/>
              <a:gd name="T7" fmla="*/ 2147483646 h 602"/>
              <a:gd name="T8" fmla="*/ 0 w 1094"/>
              <a:gd name="T9" fmla="*/ 2147483646 h 602"/>
              <a:gd name="T10" fmla="*/ 0 w 1094"/>
              <a:gd name="T11" fmla="*/ 0 h 602"/>
              <a:gd name="T12" fmla="*/ 0 w 1094"/>
              <a:gd name="T13" fmla="*/ 0 h 6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94"/>
              <a:gd name="T22" fmla="*/ 0 h 602"/>
              <a:gd name="T23" fmla="*/ 1094 w 1094"/>
              <a:gd name="T24" fmla="*/ 602 h 6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94" h="602">
                <a:moveTo>
                  <a:pt x="0" y="0"/>
                </a:moveTo>
                <a:lnTo>
                  <a:pt x="911" y="0"/>
                </a:lnTo>
                <a:lnTo>
                  <a:pt x="1094" y="304"/>
                </a:lnTo>
                <a:lnTo>
                  <a:pt x="911" y="602"/>
                </a:lnTo>
                <a:lnTo>
                  <a:pt x="0" y="602"/>
                </a:lnTo>
                <a:lnTo>
                  <a:pt x="0" y="0"/>
                </a:lnTo>
                <a:close/>
              </a:path>
            </a:pathLst>
          </a:custGeom>
          <a:solidFill>
            <a:srgbClr val="C9CAC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35">
            <a:extLst>
              <a:ext uri="{FF2B5EF4-FFF2-40B4-BE49-F238E27FC236}">
                <a16:creationId xmlns:a16="http://schemas.microsoft.com/office/drawing/2014/main" id="{20A86002-A5B0-444A-AA83-F42595548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133975"/>
            <a:ext cx="1736725" cy="946150"/>
          </a:xfrm>
          <a:custGeom>
            <a:avLst/>
            <a:gdLst>
              <a:gd name="T0" fmla="*/ 0 w 1094"/>
              <a:gd name="T1" fmla="*/ 0 h 596"/>
              <a:gd name="T2" fmla="*/ 2147483646 w 1094"/>
              <a:gd name="T3" fmla="*/ 0 h 596"/>
              <a:gd name="T4" fmla="*/ 2147483646 w 1094"/>
              <a:gd name="T5" fmla="*/ 2147483646 h 596"/>
              <a:gd name="T6" fmla="*/ 2147483646 w 1094"/>
              <a:gd name="T7" fmla="*/ 2147483646 h 596"/>
              <a:gd name="T8" fmla="*/ 0 w 1094"/>
              <a:gd name="T9" fmla="*/ 2147483646 h 596"/>
              <a:gd name="T10" fmla="*/ 0 w 1094"/>
              <a:gd name="T11" fmla="*/ 0 h 596"/>
              <a:gd name="T12" fmla="*/ 0 w 1094"/>
              <a:gd name="T13" fmla="*/ 0 h 5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94"/>
              <a:gd name="T22" fmla="*/ 0 h 596"/>
              <a:gd name="T23" fmla="*/ 1094 w 1094"/>
              <a:gd name="T24" fmla="*/ 596 h 5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94" h="596">
                <a:moveTo>
                  <a:pt x="0" y="0"/>
                </a:moveTo>
                <a:lnTo>
                  <a:pt x="911" y="0"/>
                </a:lnTo>
                <a:lnTo>
                  <a:pt x="1094" y="298"/>
                </a:lnTo>
                <a:lnTo>
                  <a:pt x="911" y="596"/>
                </a:lnTo>
                <a:lnTo>
                  <a:pt x="0" y="596"/>
                </a:lnTo>
                <a:lnTo>
                  <a:pt x="0" y="0"/>
                </a:lnTo>
                <a:close/>
              </a:path>
            </a:pathLst>
          </a:custGeom>
          <a:solidFill>
            <a:srgbClr val="C9CAC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D576C8F5-B231-174B-8A69-3A8C2AEBB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525" y="3200400"/>
            <a:ext cx="1954213" cy="957263"/>
          </a:xfrm>
          <a:custGeom>
            <a:avLst/>
            <a:gdLst>
              <a:gd name="T0" fmla="*/ 0 w 1231"/>
              <a:gd name="T1" fmla="*/ 0 h 603"/>
              <a:gd name="T2" fmla="*/ 2147483646 w 1231"/>
              <a:gd name="T3" fmla="*/ 0 h 603"/>
              <a:gd name="T4" fmla="*/ 2147483646 w 1231"/>
              <a:gd name="T5" fmla="*/ 2147483646 h 603"/>
              <a:gd name="T6" fmla="*/ 2147483646 w 1231"/>
              <a:gd name="T7" fmla="*/ 2147483646 h 603"/>
              <a:gd name="T8" fmla="*/ 0 w 1231"/>
              <a:gd name="T9" fmla="*/ 2147483646 h 603"/>
              <a:gd name="T10" fmla="*/ 0 w 1231"/>
              <a:gd name="T11" fmla="*/ 0 h 603"/>
              <a:gd name="T12" fmla="*/ 0 w 1231"/>
              <a:gd name="T13" fmla="*/ 0 h 60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31"/>
              <a:gd name="T22" fmla="*/ 0 h 603"/>
              <a:gd name="T23" fmla="*/ 1231 w 1231"/>
              <a:gd name="T24" fmla="*/ 603 h 60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31" h="603">
                <a:moveTo>
                  <a:pt x="0" y="0"/>
                </a:moveTo>
                <a:lnTo>
                  <a:pt x="1047" y="0"/>
                </a:lnTo>
                <a:lnTo>
                  <a:pt x="1231" y="299"/>
                </a:lnTo>
                <a:lnTo>
                  <a:pt x="1047" y="603"/>
                </a:lnTo>
                <a:lnTo>
                  <a:pt x="0" y="603"/>
                </a:lnTo>
                <a:lnTo>
                  <a:pt x="0" y="0"/>
                </a:lnTo>
                <a:close/>
              </a:path>
            </a:pathLst>
          </a:custGeom>
          <a:solidFill>
            <a:srgbClr val="F4B4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37">
            <a:extLst>
              <a:ext uri="{FF2B5EF4-FFF2-40B4-BE49-F238E27FC236}">
                <a16:creationId xmlns:a16="http://schemas.microsoft.com/office/drawing/2014/main" id="{C1B1EA4E-40C4-8A40-9B73-D339E6AA7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5026025"/>
            <a:ext cx="1954213" cy="955675"/>
          </a:xfrm>
          <a:custGeom>
            <a:avLst/>
            <a:gdLst>
              <a:gd name="T0" fmla="*/ 0 w 1231"/>
              <a:gd name="T1" fmla="*/ 0 h 602"/>
              <a:gd name="T2" fmla="*/ 2147483646 w 1231"/>
              <a:gd name="T3" fmla="*/ 0 h 602"/>
              <a:gd name="T4" fmla="*/ 2147483646 w 1231"/>
              <a:gd name="T5" fmla="*/ 2147483646 h 602"/>
              <a:gd name="T6" fmla="*/ 2147483646 w 1231"/>
              <a:gd name="T7" fmla="*/ 2147483646 h 602"/>
              <a:gd name="T8" fmla="*/ 0 w 1231"/>
              <a:gd name="T9" fmla="*/ 2147483646 h 602"/>
              <a:gd name="T10" fmla="*/ 0 w 1231"/>
              <a:gd name="T11" fmla="*/ 0 h 602"/>
              <a:gd name="T12" fmla="*/ 0 w 1231"/>
              <a:gd name="T13" fmla="*/ 0 h 6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31"/>
              <a:gd name="T22" fmla="*/ 0 h 602"/>
              <a:gd name="T23" fmla="*/ 1231 w 1231"/>
              <a:gd name="T24" fmla="*/ 602 h 6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31" h="602">
                <a:moveTo>
                  <a:pt x="0" y="0"/>
                </a:moveTo>
                <a:lnTo>
                  <a:pt x="1047" y="0"/>
                </a:lnTo>
                <a:lnTo>
                  <a:pt x="1231" y="303"/>
                </a:lnTo>
                <a:lnTo>
                  <a:pt x="1047" y="602"/>
                </a:lnTo>
                <a:lnTo>
                  <a:pt x="0" y="602"/>
                </a:lnTo>
                <a:lnTo>
                  <a:pt x="0" y="0"/>
                </a:lnTo>
                <a:close/>
              </a:path>
            </a:pathLst>
          </a:custGeom>
          <a:solidFill>
            <a:srgbClr val="2AA1D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38">
            <a:extLst>
              <a:ext uri="{FF2B5EF4-FFF2-40B4-BE49-F238E27FC236}">
                <a16:creationId xmlns:a16="http://schemas.microsoft.com/office/drawing/2014/main" id="{3D7C898D-312A-7441-8A39-A0DE6D4D64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978525" y="3733800"/>
            <a:ext cx="1836738" cy="365125"/>
          </a:xfrm>
          <a:custGeom>
            <a:avLst/>
            <a:gdLst>
              <a:gd name="T0" fmla="*/ 2147483646 w 221"/>
              <a:gd name="T1" fmla="*/ 2147483646 h 44"/>
              <a:gd name="T2" fmla="*/ 2147483646 w 221"/>
              <a:gd name="T3" fmla="*/ 2147483646 h 44"/>
              <a:gd name="T4" fmla="*/ 2147483646 w 221"/>
              <a:gd name="T5" fmla="*/ 2147483646 h 44"/>
              <a:gd name="T6" fmla="*/ 2147483646 w 221"/>
              <a:gd name="T7" fmla="*/ 2147483646 h 44"/>
              <a:gd name="T8" fmla="*/ 2147483646 w 221"/>
              <a:gd name="T9" fmla="*/ 2147483646 h 44"/>
              <a:gd name="T10" fmla="*/ 2147483646 w 221"/>
              <a:gd name="T11" fmla="*/ 2147483646 h 44"/>
              <a:gd name="T12" fmla="*/ 2147483646 w 221"/>
              <a:gd name="T13" fmla="*/ 2147483646 h 44"/>
              <a:gd name="T14" fmla="*/ 2147483646 w 221"/>
              <a:gd name="T15" fmla="*/ 2147483646 h 44"/>
              <a:gd name="T16" fmla="*/ 2147483646 w 221"/>
              <a:gd name="T17" fmla="*/ 2147483646 h 44"/>
              <a:gd name="T18" fmla="*/ 2147483646 w 221"/>
              <a:gd name="T19" fmla="*/ 2147483646 h 44"/>
              <a:gd name="T20" fmla="*/ 2147483646 w 221"/>
              <a:gd name="T21" fmla="*/ 2147483646 h 44"/>
              <a:gd name="T22" fmla="*/ 2147483646 w 221"/>
              <a:gd name="T23" fmla="*/ 2147483646 h 44"/>
              <a:gd name="T24" fmla="*/ 2147483646 w 221"/>
              <a:gd name="T25" fmla="*/ 2147483646 h 44"/>
              <a:gd name="T26" fmla="*/ 2147483646 w 221"/>
              <a:gd name="T27" fmla="*/ 0 h 44"/>
              <a:gd name="T28" fmla="*/ 2147483646 w 221"/>
              <a:gd name="T29" fmla="*/ 2147483646 h 44"/>
              <a:gd name="T30" fmla="*/ 2147483646 w 221"/>
              <a:gd name="T31" fmla="*/ 2147483646 h 44"/>
              <a:gd name="T32" fmla="*/ 2147483646 w 221"/>
              <a:gd name="T33" fmla="*/ 2147483646 h 44"/>
              <a:gd name="T34" fmla="*/ 2147483646 w 221"/>
              <a:gd name="T35" fmla="*/ 2147483646 h 44"/>
              <a:gd name="T36" fmla="*/ 2147483646 w 221"/>
              <a:gd name="T37" fmla="*/ 2147483646 h 44"/>
              <a:gd name="T38" fmla="*/ 0 w 221"/>
              <a:gd name="T39" fmla="*/ 2147483646 h 44"/>
              <a:gd name="T40" fmla="*/ 2147483646 w 221"/>
              <a:gd name="T41" fmla="*/ 2147483646 h 44"/>
              <a:gd name="T42" fmla="*/ 2147483646 w 221"/>
              <a:gd name="T43" fmla="*/ 2147483646 h 44"/>
              <a:gd name="T44" fmla="*/ 0 w 221"/>
              <a:gd name="T45" fmla="*/ 2147483646 h 44"/>
              <a:gd name="T46" fmla="*/ 2147483646 w 221"/>
              <a:gd name="T47" fmla="*/ 2147483646 h 44"/>
              <a:gd name="T48" fmla="*/ 2147483646 w 221"/>
              <a:gd name="T49" fmla="*/ 2147483646 h 44"/>
              <a:gd name="T50" fmla="*/ 2147483646 w 221"/>
              <a:gd name="T51" fmla="*/ 2147483646 h 44"/>
              <a:gd name="T52" fmla="*/ 2147483646 w 221"/>
              <a:gd name="T53" fmla="*/ 2147483646 h 44"/>
              <a:gd name="T54" fmla="*/ 2147483646 w 221"/>
              <a:gd name="T55" fmla="*/ 2147483646 h 44"/>
              <a:gd name="T56" fmla="*/ 2147483646 w 221"/>
              <a:gd name="T57" fmla="*/ 2147483646 h 44"/>
              <a:gd name="T58" fmla="*/ 2147483646 w 221"/>
              <a:gd name="T59" fmla="*/ 2147483646 h 44"/>
              <a:gd name="T60" fmla="*/ 2147483646 w 221"/>
              <a:gd name="T61" fmla="*/ 2147483646 h 44"/>
              <a:gd name="T62" fmla="*/ 2147483646 w 221"/>
              <a:gd name="T63" fmla="*/ 2147483646 h 44"/>
              <a:gd name="T64" fmla="*/ 2147483646 w 221"/>
              <a:gd name="T65" fmla="*/ 2147483646 h 44"/>
              <a:gd name="T66" fmla="*/ 2147483646 w 221"/>
              <a:gd name="T67" fmla="*/ 2147483646 h 44"/>
              <a:gd name="T68" fmla="*/ 2147483646 w 221"/>
              <a:gd name="T69" fmla="*/ 2147483646 h 44"/>
              <a:gd name="T70" fmla="*/ 2147483646 w 221"/>
              <a:gd name="T71" fmla="*/ 2147483646 h 44"/>
              <a:gd name="T72" fmla="*/ 2147483646 w 221"/>
              <a:gd name="T73" fmla="*/ 2147483646 h 44"/>
              <a:gd name="T74" fmla="*/ 2147483646 w 221"/>
              <a:gd name="T75" fmla="*/ 2147483646 h 44"/>
              <a:gd name="T76" fmla="*/ 2147483646 w 221"/>
              <a:gd name="T77" fmla="*/ 2147483646 h 44"/>
              <a:gd name="T78" fmla="*/ 2147483646 w 221"/>
              <a:gd name="T79" fmla="*/ 2147483646 h 44"/>
              <a:gd name="T80" fmla="*/ 2147483646 w 221"/>
              <a:gd name="T81" fmla="*/ 2147483646 h 44"/>
              <a:gd name="T82" fmla="*/ 2147483646 w 221"/>
              <a:gd name="T83" fmla="*/ 2147483646 h 44"/>
              <a:gd name="T84" fmla="*/ 2147483646 w 221"/>
              <a:gd name="T85" fmla="*/ 2147483646 h 44"/>
              <a:gd name="T86" fmla="*/ 2147483646 w 221"/>
              <a:gd name="T87" fmla="*/ 2147483646 h 44"/>
              <a:gd name="T88" fmla="*/ 2147483646 w 221"/>
              <a:gd name="T89" fmla="*/ 2147483646 h 44"/>
              <a:gd name="T90" fmla="*/ 2147483646 w 221"/>
              <a:gd name="T91" fmla="*/ 2147483646 h 44"/>
              <a:gd name="T92" fmla="*/ 2147483646 w 221"/>
              <a:gd name="T93" fmla="*/ 2147483646 h 44"/>
              <a:gd name="T94" fmla="*/ 2147483646 w 221"/>
              <a:gd name="T95" fmla="*/ 2147483646 h 44"/>
              <a:gd name="T96" fmla="*/ 2147483646 w 221"/>
              <a:gd name="T97" fmla="*/ 2147483646 h 44"/>
              <a:gd name="T98" fmla="*/ 2147483646 w 221"/>
              <a:gd name="T99" fmla="*/ 2147483646 h 44"/>
              <a:gd name="T100" fmla="*/ 2147483646 w 221"/>
              <a:gd name="T101" fmla="*/ 2147483646 h 44"/>
              <a:gd name="T102" fmla="*/ 2147483646 w 221"/>
              <a:gd name="T103" fmla="*/ 2147483646 h 44"/>
              <a:gd name="T104" fmla="*/ 2147483646 w 221"/>
              <a:gd name="T105" fmla="*/ 2147483646 h 44"/>
              <a:gd name="T106" fmla="*/ 2147483646 w 221"/>
              <a:gd name="T107" fmla="*/ 2147483646 h 44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221"/>
              <a:gd name="T163" fmla="*/ 0 h 44"/>
              <a:gd name="T164" fmla="*/ 221 w 221"/>
              <a:gd name="T165" fmla="*/ 44 h 44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221" h="44">
                <a:moveTo>
                  <a:pt x="19" y="44"/>
                </a:moveTo>
                <a:cubicBezTo>
                  <a:pt x="22" y="44"/>
                  <a:pt x="26" y="44"/>
                  <a:pt x="30" y="44"/>
                </a:cubicBezTo>
                <a:cubicBezTo>
                  <a:pt x="31" y="44"/>
                  <a:pt x="32" y="43"/>
                  <a:pt x="32" y="42"/>
                </a:cubicBezTo>
                <a:cubicBezTo>
                  <a:pt x="32" y="42"/>
                  <a:pt x="32" y="42"/>
                  <a:pt x="32" y="42"/>
                </a:cubicBezTo>
                <a:cubicBezTo>
                  <a:pt x="32" y="41"/>
                  <a:pt x="31" y="40"/>
                  <a:pt x="30" y="40"/>
                </a:cubicBezTo>
                <a:cubicBezTo>
                  <a:pt x="26" y="40"/>
                  <a:pt x="22" y="40"/>
                  <a:pt x="19" y="40"/>
                </a:cubicBezTo>
                <a:cubicBezTo>
                  <a:pt x="18" y="40"/>
                  <a:pt x="17" y="41"/>
                  <a:pt x="17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7" y="43"/>
                  <a:pt x="18" y="44"/>
                  <a:pt x="19" y="44"/>
                </a:cubicBezTo>
                <a:close/>
                <a:moveTo>
                  <a:pt x="196" y="43"/>
                </a:moveTo>
                <a:cubicBezTo>
                  <a:pt x="196" y="41"/>
                  <a:pt x="197" y="40"/>
                  <a:pt x="198" y="38"/>
                </a:cubicBezTo>
                <a:cubicBezTo>
                  <a:pt x="199" y="38"/>
                  <a:pt x="198" y="37"/>
                  <a:pt x="198" y="36"/>
                </a:cubicBezTo>
                <a:cubicBezTo>
                  <a:pt x="198" y="36"/>
                  <a:pt x="198" y="36"/>
                  <a:pt x="198" y="36"/>
                </a:cubicBezTo>
                <a:cubicBezTo>
                  <a:pt x="197" y="36"/>
                  <a:pt x="196" y="36"/>
                  <a:pt x="195" y="37"/>
                </a:cubicBezTo>
                <a:cubicBezTo>
                  <a:pt x="195" y="38"/>
                  <a:pt x="194" y="39"/>
                  <a:pt x="193" y="40"/>
                </a:cubicBezTo>
                <a:cubicBezTo>
                  <a:pt x="190" y="40"/>
                  <a:pt x="190" y="40"/>
                  <a:pt x="186" y="40"/>
                </a:cubicBezTo>
                <a:cubicBezTo>
                  <a:pt x="186" y="40"/>
                  <a:pt x="185" y="41"/>
                  <a:pt x="185" y="42"/>
                </a:cubicBezTo>
                <a:cubicBezTo>
                  <a:pt x="185" y="42"/>
                  <a:pt x="185" y="42"/>
                  <a:pt x="185" y="42"/>
                </a:cubicBezTo>
                <a:cubicBezTo>
                  <a:pt x="185" y="43"/>
                  <a:pt x="186" y="44"/>
                  <a:pt x="186" y="44"/>
                </a:cubicBezTo>
                <a:cubicBezTo>
                  <a:pt x="194" y="44"/>
                  <a:pt x="194" y="44"/>
                  <a:pt x="194" y="44"/>
                </a:cubicBezTo>
                <a:cubicBezTo>
                  <a:pt x="195" y="44"/>
                  <a:pt x="195" y="43"/>
                  <a:pt x="196" y="43"/>
                </a:cubicBezTo>
                <a:close/>
                <a:moveTo>
                  <a:pt x="217" y="1"/>
                </a:moveTo>
                <a:cubicBezTo>
                  <a:pt x="215" y="4"/>
                  <a:pt x="213" y="7"/>
                  <a:pt x="211" y="11"/>
                </a:cubicBezTo>
                <a:cubicBezTo>
                  <a:pt x="211" y="12"/>
                  <a:pt x="211" y="13"/>
                  <a:pt x="212" y="13"/>
                </a:cubicBezTo>
                <a:cubicBezTo>
                  <a:pt x="212" y="13"/>
                  <a:pt x="212" y="13"/>
                  <a:pt x="212" y="13"/>
                </a:cubicBezTo>
                <a:cubicBezTo>
                  <a:pt x="212" y="14"/>
                  <a:pt x="213" y="13"/>
                  <a:pt x="214" y="13"/>
                </a:cubicBezTo>
                <a:cubicBezTo>
                  <a:pt x="216" y="9"/>
                  <a:pt x="218" y="6"/>
                  <a:pt x="220" y="3"/>
                </a:cubicBezTo>
                <a:cubicBezTo>
                  <a:pt x="221" y="2"/>
                  <a:pt x="220" y="1"/>
                  <a:pt x="219" y="0"/>
                </a:cubicBezTo>
                <a:cubicBezTo>
                  <a:pt x="219" y="0"/>
                  <a:pt x="219" y="0"/>
                  <a:pt x="219" y="0"/>
                </a:cubicBezTo>
                <a:cubicBezTo>
                  <a:pt x="219" y="0"/>
                  <a:pt x="218" y="0"/>
                  <a:pt x="217" y="1"/>
                </a:cubicBezTo>
                <a:close/>
                <a:moveTo>
                  <a:pt x="206" y="19"/>
                </a:moveTo>
                <a:cubicBezTo>
                  <a:pt x="204" y="22"/>
                  <a:pt x="202" y="25"/>
                  <a:pt x="200" y="29"/>
                </a:cubicBezTo>
                <a:cubicBezTo>
                  <a:pt x="200" y="29"/>
                  <a:pt x="200" y="31"/>
                  <a:pt x="201" y="31"/>
                </a:cubicBezTo>
                <a:cubicBezTo>
                  <a:pt x="201" y="31"/>
                  <a:pt x="201" y="31"/>
                  <a:pt x="201" y="31"/>
                </a:cubicBezTo>
                <a:cubicBezTo>
                  <a:pt x="201" y="31"/>
                  <a:pt x="203" y="31"/>
                  <a:pt x="203" y="30"/>
                </a:cubicBezTo>
                <a:cubicBezTo>
                  <a:pt x="205" y="27"/>
                  <a:pt x="207" y="24"/>
                  <a:pt x="209" y="20"/>
                </a:cubicBezTo>
                <a:cubicBezTo>
                  <a:pt x="210" y="20"/>
                  <a:pt x="209" y="19"/>
                  <a:pt x="209" y="18"/>
                </a:cubicBezTo>
                <a:cubicBezTo>
                  <a:pt x="209" y="18"/>
                  <a:pt x="209" y="18"/>
                  <a:pt x="209" y="18"/>
                </a:cubicBezTo>
                <a:cubicBezTo>
                  <a:pt x="208" y="18"/>
                  <a:pt x="207" y="18"/>
                  <a:pt x="206" y="19"/>
                </a:cubicBezTo>
                <a:close/>
                <a:moveTo>
                  <a:pt x="0" y="40"/>
                </a:moveTo>
                <a:cubicBezTo>
                  <a:pt x="0" y="44"/>
                  <a:pt x="0" y="44"/>
                  <a:pt x="0" y="44"/>
                </a:cubicBezTo>
                <a:cubicBezTo>
                  <a:pt x="8" y="44"/>
                  <a:pt x="8" y="44"/>
                  <a:pt x="8" y="44"/>
                </a:cubicBezTo>
                <a:cubicBezTo>
                  <a:pt x="9" y="44"/>
                  <a:pt x="10" y="43"/>
                  <a:pt x="10" y="42"/>
                </a:cubicBezTo>
                <a:cubicBezTo>
                  <a:pt x="10" y="42"/>
                  <a:pt x="10" y="42"/>
                  <a:pt x="10" y="42"/>
                </a:cubicBezTo>
                <a:cubicBezTo>
                  <a:pt x="10" y="41"/>
                  <a:pt x="9" y="40"/>
                  <a:pt x="8" y="40"/>
                </a:cubicBezTo>
                <a:cubicBezTo>
                  <a:pt x="0" y="40"/>
                  <a:pt x="0" y="40"/>
                  <a:pt x="0" y="40"/>
                </a:cubicBezTo>
                <a:close/>
                <a:moveTo>
                  <a:pt x="40" y="44"/>
                </a:moveTo>
                <a:cubicBezTo>
                  <a:pt x="43" y="44"/>
                  <a:pt x="47" y="44"/>
                  <a:pt x="51" y="44"/>
                </a:cubicBezTo>
                <a:cubicBezTo>
                  <a:pt x="52" y="44"/>
                  <a:pt x="53" y="43"/>
                  <a:pt x="53" y="42"/>
                </a:cubicBezTo>
                <a:cubicBezTo>
                  <a:pt x="53" y="42"/>
                  <a:pt x="53" y="42"/>
                  <a:pt x="53" y="42"/>
                </a:cubicBezTo>
                <a:cubicBezTo>
                  <a:pt x="53" y="41"/>
                  <a:pt x="52" y="40"/>
                  <a:pt x="51" y="40"/>
                </a:cubicBezTo>
                <a:cubicBezTo>
                  <a:pt x="47" y="40"/>
                  <a:pt x="43" y="40"/>
                  <a:pt x="40" y="40"/>
                </a:cubicBezTo>
                <a:cubicBezTo>
                  <a:pt x="39" y="40"/>
                  <a:pt x="38" y="41"/>
                  <a:pt x="38" y="42"/>
                </a:cubicBezTo>
                <a:cubicBezTo>
                  <a:pt x="38" y="42"/>
                  <a:pt x="38" y="42"/>
                  <a:pt x="38" y="42"/>
                </a:cubicBezTo>
                <a:cubicBezTo>
                  <a:pt x="38" y="43"/>
                  <a:pt x="39" y="44"/>
                  <a:pt x="40" y="44"/>
                </a:cubicBezTo>
                <a:close/>
                <a:moveTo>
                  <a:pt x="60" y="44"/>
                </a:moveTo>
                <a:cubicBezTo>
                  <a:pt x="64" y="44"/>
                  <a:pt x="68" y="44"/>
                  <a:pt x="72" y="44"/>
                </a:cubicBezTo>
                <a:cubicBezTo>
                  <a:pt x="73" y="44"/>
                  <a:pt x="74" y="43"/>
                  <a:pt x="74" y="42"/>
                </a:cubicBezTo>
                <a:cubicBezTo>
                  <a:pt x="74" y="42"/>
                  <a:pt x="74" y="42"/>
                  <a:pt x="74" y="42"/>
                </a:cubicBezTo>
                <a:cubicBezTo>
                  <a:pt x="74" y="41"/>
                  <a:pt x="73" y="40"/>
                  <a:pt x="72" y="40"/>
                </a:cubicBezTo>
                <a:cubicBezTo>
                  <a:pt x="68" y="40"/>
                  <a:pt x="64" y="40"/>
                  <a:pt x="60" y="40"/>
                </a:cubicBezTo>
                <a:cubicBezTo>
                  <a:pt x="60" y="40"/>
                  <a:pt x="59" y="41"/>
                  <a:pt x="59" y="42"/>
                </a:cubicBezTo>
                <a:cubicBezTo>
                  <a:pt x="59" y="42"/>
                  <a:pt x="59" y="42"/>
                  <a:pt x="59" y="42"/>
                </a:cubicBezTo>
                <a:cubicBezTo>
                  <a:pt x="59" y="43"/>
                  <a:pt x="60" y="44"/>
                  <a:pt x="60" y="44"/>
                </a:cubicBezTo>
                <a:close/>
                <a:moveTo>
                  <a:pt x="81" y="44"/>
                </a:moveTo>
                <a:cubicBezTo>
                  <a:pt x="85" y="44"/>
                  <a:pt x="89" y="44"/>
                  <a:pt x="93" y="44"/>
                </a:cubicBezTo>
                <a:cubicBezTo>
                  <a:pt x="94" y="44"/>
                  <a:pt x="95" y="43"/>
                  <a:pt x="95" y="42"/>
                </a:cubicBezTo>
                <a:cubicBezTo>
                  <a:pt x="95" y="42"/>
                  <a:pt x="95" y="42"/>
                  <a:pt x="95" y="42"/>
                </a:cubicBezTo>
                <a:cubicBezTo>
                  <a:pt x="95" y="41"/>
                  <a:pt x="94" y="40"/>
                  <a:pt x="93" y="40"/>
                </a:cubicBezTo>
                <a:cubicBezTo>
                  <a:pt x="89" y="40"/>
                  <a:pt x="85" y="40"/>
                  <a:pt x="81" y="40"/>
                </a:cubicBezTo>
                <a:cubicBezTo>
                  <a:pt x="81" y="40"/>
                  <a:pt x="80" y="41"/>
                  <a:pt x="80" y="42"/>
                </a:cubicBezTo>
                <a:cubicBezTo>
                  <a:pt x="80" y="42"/>
                  <a:pt x="80" y="42"/>
                  <a:pt x="80" y="42"/>
                </a:cubicBezTo>
                <a:cubicBezTo>
                  <a:pt x="80" y="43"/>
                  <a:pt x="81" y="44"/>
                  <a:pt x="81" y="44"/>
                </a:cubicBezTo>
                <a:close/>
                <a:moveTo>
                  <a:pt x="102" y="44"/>
                </a:moveTo>
                <a:cubicBezTo>
                  <a:pt x="106" y="44"/>
                  <a:pt x="110" y="44"/>
                  <a:pt x="114" y="44"/>
                </a:cubicBezTo>
                <a:cubicBezTo>
                  <a:pt x="115" y="44"/>
                  <a:pt x="116" y="43"/>
                  <a:pt x="116" y="42"/>
                </a:cubicBezTo>
                <a:cubicBezTo>
                  <a:pt x="116" y="42"/>
                  <a:pt x="116" y="42"/>
                  <a:pt x="116" y="42"/>
                </a:cubicBezTo>
                <a:cubicBezTo>
                  <a:pt x="116" y="41"/>
                  <a:pt x="115" y="40"/>
                  <a:pt x="114" y="40"/>
                </a:cubicBezTo>
                <a:cubicBezTo>
                  <a:pt x="110" y="40"/>
                  <a:pt x="106" y="40"/>
                  <a:pt x="102" y="40"/>
                </a:cubicBezTo>
                <a:cubicBezTo>
                  <a:pt x="102" y="40"/>
                  <a:pt x="101" y="41"/>
                  <a:pt x="101" y="42"/>
                </a:cubicBezTo>
                <a:cubicBezTo>
                  <a:pt x="101" y="42"/>
                  <a:pt x="101" y="42"/>
                  <a:pt x="101" y="42"/>
                </a:cubicBezTo>
                <a:cubicBezTo>
                  <a:pt x="101" y="43"/>
                  <a:pt x="102" y="44"/>
                  <a:pt x="102" y="44"/>
                </a:cubicBezTo>
                <a:close/>
                <a:moveTo>
                  <a:pt x="123" y="44"/>
                </a:moveTo>
                <a:cubicBezTo>
                  <a:pt x="127" y="44"/>
                  <a:pt x="131" y="44"/>
                  <a:pt x="135" y="44"/>
                </a:cubicBezTo>
                <a:cubicBezTo>
                  <a:pt x="136" y="44"/>
                  <a:pt x="137" y="43"/>
                  <a:pt x="137" y="42"/>
                </a:cubicBezTo>
                <a:cubicBezTo>
                  <a:pt x="137" y="42"/>
                  <a:pt x="137" y="42"/>
                  <a:pt x="137" y="42"/>
                </a:cubicBezTo>
                <a:cubicBezTo>
                  <a:pt x="137" y="41"/>
                  <a:pt x="136" y="40"/>
                  <a:pt x="135" y="40"/>
                </a:cubicBezTo>
                <a:cubicBezTo>
                  <a:pt x="131" y="40"/>
                  <a:pt x="127" y="40"/>
                  <a:pt x="123" y="40"/>
                </a:cubicBezTo>
                <a:cubicBezTo>
                  <a:pt x="123" y="40"/>
                  <a:pt x="122" y="41"/>
                  <a:pt x="122" y="42"/>
                </a:cubicBezTo>
                <a:cubicBezTo>
                  <a:pt x="122" y="42"/>
                  <a:pt x="122" y="42"/>
                  <a:pt x="122" y="42"/>
                </a:cubicBezTo>
                <a:cubicBezTo>
                  <a:pt x="122" y="43"/>
                  <a:pt x="123" y="44"/>
                  <a:pt x="123" y="44"/>
                </a:cubicBezTo>
                <a:close/>
                <a:moveTo>
                  <a:pt x="144" y="44"/>
                </a:moveTo>
                <a:cubicBezTo>
                  <a:pt x="148" y="44"/>
                  <a:pt x="152" y="44"/>
                  <a:pt x="156" y="44"/>
                </a:cubicBezTo>
                <a:cubicBezTo>
                  <a:pt x="157" y="44"/>
                  <a:pt x="158" y="43"/>
                  <a:pt x="158" y="42"/>
                </a:cubicBezTo>
                <a:cubicBezTo>
                  <a:pt x="158" y="42"/>
                  <a:pt x="158" y="42"/>
                  <a:pt x="158" y="42"/>
                </a:cubicBezTo>
                <a:cubicBezTo>
                  <a:pt x="158" y="41"/>
                  <a:pt x="157" y="40"/>
                  <a:pt x="156" y="40"/>
                </a:cubicBezTo>
                <a:cubicBezTo>
                  <a:pt x="152" y="40"/>
                  <a:pt x="148" y="40"/>
                  <a:pt x="144" y="40"/>
                </a:cubicBezTo>
                <a:cubicBezTo>
                  <a:pt x="144" y="40"/>
                  <a:pt x="143" y="41"/>
                  <a:pt x="143" y="42"/>
                </a:cubicBezTo>
                <a:cubicBezTo>
                  <a:pt x="143" y="42"/>
                  <a:pt x="143" y="42"/>
                  <a:pt x="143" y="42"/>
                </a:cubicBezTo>
                <a:cubicBezTo>
                  <a:pt x="143" y="43"/>
                  <a:pt x="144" y="44"/>
                  <a:pt x="144" y="44"/>
                </a:cubicBezTo>
                <a:close/>
                <a:moveTo>
                  <a:pt x="165" y="44"/>
                </a:moveTo>
                <a:cubicBezTo>
                  <a:pt x="169" y="44"/>
                  <a:pt x="173" y="44"/>
                  <a:pt x="177" y="44"/>
                </a:cubicBezTo>
                <a:cubicBezTo>
                  <a:pt x="178" y="44"/>
                  <a:pt x="179" y="43"/>
                  <a:pt x="179" y="42"/>
                </a:cubicBezTo>
                <a:cubicBezTo>
                  <a:pt x="179" y="42"/>
                  <a:pt x="179" y="42"/>
                  <a:pt x="179" y="42"/>
                </a:cubicBezTo>
                <a:cubicBezTo>
                  <a:pt x="179" y="41"/>
                  <a:pt x="178" y="40"/>
                  <a:pt x="177" y="40"/>
                </a:cubicBezTo>
                <a:cubicBezTo>
                  <a:pt x="173" y="40"/>
                  <a:pt x="169" y="40"/>
                  <a:pt x="165" y="40"/>
                </a:cubicBezTo>
                <a:cubicBezTo>
                  <a:pt x="165" y="40"/>
                  <a:pt x="164" y="41"/>
                  <a:pt x="164" y="42"/>
                </a:cubicBezTo>
                <a:cubicBezTo>
                  <a:pt x="164" y="42"/>
                  <a:pt x="164" y="42"/>
                  <a:pt x="164" y="42"/>
                </a:cubicBezTo>
                <a:cubicBezTo>
                  <a:pt x="164" y="43"/>
                  <a:pt x="165" y="44"/>
                  <a:pt x="165" y="44"/>
                </a:cubicBezTo>
                <a:close/>
              </a:path>
            </a:pathLst>
          </a:custGeom>
          <a:solidFill>
            <a:srgbClr val="FDD82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39">
            <a:extLst>
              <a:ext uri="{FF2B5EF4-FFF2-40B4-BE49-F238E27FC236}">
                <a16:creationId xmlns:a16="http://schemas.microsoft.com/office/drawing/2014/main" id="{8DA81C41-C10C-F144-8980-328B5346790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016625" y="5557838"/>
            <a:ext cx="1836738" cy="365125"/>
          </a:xfrm>
          <a:custGeom>
            <a:avLst/>
            <a:gdLst>
              <a:gd name="T0" fmla="*/ 2147483646 w 221"/>
              <a:gd name="T1" fmla="*/ 2147483646 h 44"/>
              <a:gd name="T2" fmla="*/ 2147483646 w 221"/>
              <a:gd name="T3" fmla="*/ 2147483646 h 44"/>
              <a:gd name="T4" fmla="*/ 2147483646 w 221"/>
              <a:gd name="T5" fmla="*/ 2147483646 h 44"/>
              <a:gd name="T6" fmla="*/ 2147483646 w 221"/>
              <a:gd name="T7" fmla="*/ 2147483646 h 44"/>
              <a:gd name="T8" fmla="*/ 2147483646 w 221"/>
              <a:gd name="T9" fmla="*/ 2147483646 h 44"/>
              <a:gd name="T10" fmla="*/ 2147483646 w 221"/>
              <a:gd name="T11" fmla="*/ 2147483646 h 44"/>
              <a:gd name="T12" fmla="*/ 2147483646 w 221"/>
              <a:gd name="T13" fmla="*/ 2147483646 h 44"/>
              <a:gd name="T14" fmla="*/ 2147483646 w 221"/>
              <a:gd name="T15" fmla="*/ 2147483646 h 44"/>
              <a:gd name="T16" fmla="*/ 2147483646 w 221"/>
              <a:gd name="T17" fmla="*/ 2147483646 h 44"/>
              <a:gd name="T18" fmla="*/ 2147483646 w 221"/>
              <a:gd name="T19" fmla="*/ 2147483646 h 44"/>
              <a:gd name="T20" fmla="*/ 2147483646 w 221"/>
              <a:gd name="T21" fmla="*/ 2147483646 h 44"/>
              <a:gd name="T22" fmla="*/ 2147483646 w 221"/>
              <a:gd name="T23" fmla="*/ 2147483646 h 44"/>
              <a:gd name="T24" fmla="*/ 2147483646 w 221"/>
              <a:gd name="T25" fmla="*/ 2147483646 h 44"/>
              <a:gd name="T26" fmla="*/ 2147483646 w 221"/>
              <a:gd name="T27" fmla="*/ 0 h 44"/>
              <a:gd name="T28" fmla="*/ 2147483646 w 221"/>
              <a:gd name="T29" fmla="*/ 2147483646 h 44"/>
              <a:gd name="T30" fmla="*/ 2147483646 w 221"/>
              <a:gd name="T31" fmla="*/ 2147483646 h 44"/>
              <a:gd name="T32" fmla="*/ 2147483646 w 221"/>
              <a:gd name="T33" fmla="*/ 2147483646 h 44"/>
              <a:gd name="T34" fmla="*/ 2147483646 w 221"/>
              <a:gd name="T35" fmla="*/ 2147483646 h 44"/>
              <a:gd name="T36" fmla="*/ 2147483646 w 221"/>
              <a:gd name="T37" fmla="*/ 2147483646 h 44"/>
              <a:gd name="T38" fmla="*/ 0 w 221"/>
              <a:gd name="T39" fmla="*/ 2147483646 h 44"/>
              <a:gd name="T40" fmla="*/ 2147483646 w 221"/>
              <a:gd name="T41" fmla="*/ 2147483646 h 44"/>
              <a:gd name="T42" fmla="*/ 2147483646 w 221"/>
              <a:gd name="T43" fmla="*/ 2147483646 h 44"/>
              <a:gd name="T44" fmla="*/ 0 w 221"/>
              <a:gd name="T45" fmla="*/ 2147483646 h 44"/>
              <a:gd name="T46" fmla="*/ 2147483646 w 221"/>
              <a:gd name="T47" fmla="*/ 2147483646 h 44"/>
              <a:gd name="T48" fmla="*/ 2147483646 w 221"/>
              <a:gd name="T49" fmla="*/ 2147483646 h 44"/>
              <a:gd name="T50" fmla="*/ 2147483646 w 221"/>
              <a:gd name="T51" fmla="*/ 2147483646 h 44"/>
              <a:gd name="T52" fmla="*/ 2147483646 w 221"/>
              <a:gd name="T53" fmla="*/ 2147483646 h 44"/>
              <a:gd name="T54" fmla="*/ 2147483646 w 221"/>
              <a:gd name="T55" fmla="*/ 2147483646 h 44"/>
              <a:gd name="T56" fmla="*/ 2147483646 w 221"/>
              <a:gd name="T57" fmla="*/ 2147483646 h 44"/>
              <a:gd name="T58" fmla="*/ 2147483646 w 221"/>
              <a:gd name="T59" fmla="*/ 2147483646 h 44"/>
              <a:gd name="T60" fmla="*/ 2147483646 w 221"/>
              <a:gd name="T61" fmla="*/ 2147483646 h 44"/>
              <a:gd name="T62" fmla="*/ 2147483646 w 221"/>
              <a:gd name="T63" fmla="*/ 2147483646 h 44"/>
              <a:gd name="T64" fmla="*/ 2147483646 w 221"/>
              <a:gd name="T65" fmla="*/ 2147483646 h 44"/>
              <a:gd name="T66" fmla="*/ 2147483646 w 221"/>
              <a:gd name="T67" fmla="*/ 2147483646 h 44"/>
              <a:gd name="T68" fmla="*/ 2147483646 w 221"/>
              <a:gd name="T69" fmla="*/ 2147483646 h 44"/>
              <a:gd name="T70" fmla="*/ 2147483646 w 221"/>
              <a:gd name="T71" fmla="*/ 2147483646 h 44"/>
              <a:gd name="T72" fmla="*/ 2147483646 w 221"/>
              <a:gd name="T73" fmla="*/ 2147483646 h 44"/>
              <a:gd name="T74" fmla="*/ 2147483646 w 221"/>
              <a:gd name="T75" fmla="*/ 2147483646 h 44"/>
              <a:gd name="T76" fmla="*/ 2147483646 w 221"/>
              <a:gd name="T77" fmla="*/ 2147483646 h 44"/>
              <a:gd name="T78" fmla="*/ 2147483646 w 221"/>
              <a:gd name="T79" fmla="*/ 2147483646 h 44"/>
              <a:gd name="T80" fmla="*/ 2147483646 w 221"/>
              <a:gd name="T81" fmla="*/ 2147483646 h 44"/>
              <a:gd name="T82" fmla="*/ 2147483646 w 221"/>
              <a:gd name="T83" fmla="*/ 2147483646 h 44"/>
              <a:gd name="T84" fmla="*/ 2147483646 w 221"/>
              <a:gd name="T85" fmla="*/ 2147483646 h 44"/>
              <a:gd name="T86" fmla="*/ 2147483646 w 221"/>
              <a:gd name="T87" fmla="*/ 2147483646 h 44"/>
              <a:gd name="T88" fmla="*/ 2147483646 w 221"/>
              <a:gd name="T89" fmla="*/ 2147483646 h 44"/>
              <a:gd name="T90" fmla="*/ 2147483646 w 221"/>
              <a:gd name="T91" fmla="*/ 2147483646 h 44"/>
              <a:gd name="T92" fmla="*/ 2147483646 w 221"/>
              <a:gd name="T93" fmla="*/ 2147483646 h 44"/>
              <a:gd name="T94" fmla="*/ 2147483646 w 221"/>
              <a:gd name="T95" fmla="*/ 2147483646 h 44"/>
              <a:gd name="T96" fmla="*/ 2147483646 w 221"/>
              <a:gd name="T97" fmla="*/ 2147483646 h 44"/>
              <a:gd name="T98" fmla="*/ 2147483646 w 221"/>
              <a:gd name="T99" fmla="*/ 2147483646 h 44"/>
              <a:gd name="T100" fmla="*/ 2147483646 w 221"/>
              <a:gd name="T101" fmla="*/ 2147483646 h 44"/>
              <a:gd name="T102" fmla="*/ 2147483646 w 221"/>
              <a:gd name="T103" fmla="*/ 2147483646 h 44"/>
              <a:gd name="T104" fmla="*/ 2147483646 w 221"/>
              <a:gd name="T105" fmla="*/ 2147483646 h 44"/>
              <a:gd name="T106" fmla="*/ 2147483646 w 221"/>
              <a:gd name="T107" fmla="*/ 2147483646 h 44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221"/>
              <a:gd name="T163" fmla="*/ 0 h 44"/>
              <a:gd name="T164" fmla="*/ 221 w 221"/>
              <a:gd name="T165" fmla="*/ 44 h 44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221" h="44">
                <a:moveTo>
                  <a:pt x="19" y="44"/>
                </a:moveTo>
                <a:cubicBezTo>
                  <a:pt x="22" y="44"/>
                  <a:pt x="26" y="44"/>
                  <a:pt x="30" y="44"/>
                </a:cubicBezTo>
                <a:cubicBezTo>
                  <a:pt x="31" y="44"/>
                  <a:pt x="32" y="43"/>
                  <a:pt x="32" y="42"/>
                </a:cubicBezTo>
                <a:cubicBezTo>
                  <a:pt x="32" y="42"/>
                  <a:pt x="32" y="42"/>
                  <a:pt x="32" y="42"/>
                </a:cubicBezTo>
                <a:cubicBezTo>
                  <a:pt x="32" y="41"/>
                  <a:pt x="31" y="40"/>
                  <a:pt x="30" y="40"/>
                </a:cubicBezTo>
                <a:cubicBezTo>
                  <a:pt x="26" y="40"/>
                  <a:pt x="22" y="40"/>
                  <a:pt x="19" y="40"/>
                </a:cubicBezTo>
                <a:cubicBezTo>
                  <a:pt x="18" y="40"/>
                  <a:pt x="17" y="41"/>
                  <a:pt x="17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7" y="43"/>
                  <a:pt x="18" y="44"/>
                  <a:pt x="19" y="44"/>
                </a:cubicBezTo>
                <a:close/>
                <a:moveTo>
                  <a:pt x="196" y="43"/>
                </a:moveTo>
                <a:cubicBezTo>
                  <a:pt x="196" y="41"/>
                  <a:pt x="197" y="40"/>
                  <a:pt x="198" y="39"/>
                </a:cubicBezTo>
                <a:cubicBezTo>
                  <a:pt x="199" y="38"/>
                  <a:pt x="198" y="37"/>
                  <a:pt x="198" y="36"/>
                </a:cubicBezTo>
                <a:cubicBezTo>
                  <a:pt x="198" y="36"/>
                  <a:pt x="198" y="36"/>
                  <a:pt x="198" y="36"/>
                </a:cubicBezTo>
                <a:cubicBezTo>
                  <a:pt x="197" y="36"/>
                  <a:pt x="196" y="36"/>
                  <a:pt x="195" y="37"/>
                </a:cubicBezTo>
                <a:cubicBezTo>
                  <a:pt x="195" y="38"/>
                  <a:pt x="194" y="39"/>
                  <a:pt x="193" y="40"/>
                </a:cubicBezTo>
                <a:cubicBezTo>
                  <a:pt x="190" y="40"/>
                  <a:pt x="190" y="40"/>
                  <a:pt x="186" y="40"/>
                </a:cubicBezTo>
                <a:cubicBezTo>
                  <a:pt x="186" y="40"/>
                  <a:pt x="185" y="41"/>
                  <a:pt x="185" y="42"/>
                </a:cubicBezTo>
                <a:cubicBezTo>
                  <a:pt x="185" y="42"/>
                  <a:pt x="185" y="42"/>
                  <a:pt x="185" y="42"/>
                </a:cubicBezTo>
                <a:cubicBezTo>
                  <a:pt x="185" y="43"/>
                  <a:pt x="186" y="44"/>
                  <a:pt x="186" y="44"/>
                </a:cubicBezTo>
                <a:cubicBezTo>
                  <a:pt x="194" y="44"/>
                  <a:pt x="194" y="44"/>
                  <a:pt x="194" y="44"/>
                </a:cubicBezTo>
                <a:cubicBezTo>
                  <a:pt x="195" y="44"/>
                  <a:pt x="195" y="43"/>
                  <a:pt x="196" y="43"/>
                </a:cubicBezTo>
                <a:close/>
                <a:moveTo>
                  <a:pt x="217" y="1"/>
                </a:moveTo>
                <a:cubicBezTo>
                  <a:pt x="215" y="4"/>
                  <a:pt x="213" y="8"/>
                  <a:pt x="211" y="11"/>
                </a:cubicBezTo>
                <a:cubicBezTo>
                  <a:pt x="211" y="12"/>
                  <a:pt x="211" y="13"/>
                  <a:pt x="212" y="13"/>
                </a:cubicBezTo>
                <a:cubicBezTo>
                  <a:pt x="212" y="13"/>
                  <a:pt x="212" y="13"/>
                  <a:pt x="212" y="13"/>
                </a:cubicBezTo>
                <a:cubicBezTo>
                  <a:pt x="212" y="14"/>
                  <a:pt x="213" y="14"/>
                  <a:pt x="214" y="13"/>
                </a:cubicBezTo>
                <a:cubicBezTo>
                  <a:pt x="216" y="9"/>
                  <a:pt x="218" y="6"/>
                  <a:pt x="220" y="3"/>
                </a:cubicBezTo>
                <a:cubicBezTo>
                  <a:pt x="221" y="2"/>
                  <a:pt x="220" y="1"/>
                  <a:pt x="219" y="0"/>
                </a:cubicBezTo>
                <a:cubicBezTo>
                  <a:pt x="219" y="0"/>
                  <a:pt x="219" y="0"/>
                  <a:pt x="219" y="0"/>
                </a:cubicBezTo>
                <a:cubicBezTo>
                  <a:pt x="219" y="0"/>
                  <a:pt x="218" y="0"/>
                  <a:pt x="217" y="1"/>
                </a:cubicBezTo>
                <a:close/>
                <a:moveTo>
                  <a:pt x="206" y="19"/>
                </a:moveTo>
                <a:cubicBezTo>
                  <a:pt x="204" y="22"/>
                  <a:pt x="202" y="26"/>
                  <a:pt x="200" y="29"/>
                </a:cubicBezTo>
                <a:cubicBezTo>
                  <a:pt x="200" y="30"/>
                  <a:pt x="200" y="31"/>
                  <a:pt x="201" y="31"/>
                </a:cubicBezTo>
                <a:cubicBezTo>
                  <a:pt x="201" y="31"/>
                  <a:pt x="201" y="31"/>
                  <a:pt x="201" y="31"/>
                </a:cubicBezTo>
                <a:cubicBezTo>
                  <a:pt x="201" y="32"/>
                  <a:pt x="203" y="31"/>
                  <a:pt x="203" y="31"/>
                </a:cubicBezTo>
                <a:cubicBezTo>
                  <a:pt x="205" y="27"/>
                  <a:pt x="207" y="24"/>
                  <a:pt x="209" y="21"/>
                </a:cubicBezTo>
                <a:cubicBezTo>
                  <a:pt x="210" y="20"/>
                  <a:pt x="209" y="19"/>
                  <a:pt x="209" y="18"/>
                </a:cubicBezTo>
                <a:cubicBezTo>
                  <a:pt x="209" y="18"/>
                  <a:pt x="209" y="18"/>
                  <a:pt x="209" y="18"/>
                </a:cubicBezTo>
                <a:cubicBezTo>
                  <a:pt x="208" y="18"/>
                  <a:pt x="207" y="18"/>
                  <a:pt x="206" y="19"/>
                </a:cubicBezTo>
                <a:close/>
                <a:moveTo>
                  <a:pt x="0" y="40"/>
                </a:moveTo>
                <a:cubicBezTo>
                  <a:pt x="0" y="44"/>
                  <a:pt x="0" y="44"/>
                  <a:pt x="0" y="44"/>
                </a:cubicBezTo>
                <a:cubicBezTo>
                  <a:pt x="8" y="44"/>
                  <a:pt x="8" y="44"/>
                  <a:pt x="8" y="44"/>
                </a:cubicBezTo>
                <a:cubicBezTo>
                  <a:pt x="9" y="44"/>
                  <a:pt x="10" y="43"/>
                  <a:pt x="10" y="42"/>
                </a:cubicBezTo>
                <a:cubicBezTo>
                  <a:pt x="10" y="42"/>
                  <a:pt x="10" y="42"/>
                  <a:pt x="10" y="42"/>
                </a:cubicBezTo>
                <a:cubicBezTo>
                  <a:pt x="10" y="41"/>
                  <a:pt x="9" y="40"/>
                  <a:pt x="8" y="40"/>
                </a:cubicBezTo>
                <a:cubicBezTo>
                  <a:pt x="0" y="40"/>
                  <a:pt x="0" y="40"/>
                  <a:pt x="0" y="40"/>
                </a:cubicBezTo>
                <a:close/>
                <a:moveTo>
                  <a:pt x="40" y="44"/>
                </a:moveTo>
                <a:cubicBezTo>
                  <a:pt x="43" y="44"/>
                  <a:pt x="47" y="44"/>
                  <a:pt x="51" y="44"/>
                </a:cubicBezTo>
                <a:cubicBezTo>
                  <a:pt x="52" y="44"/>
                  <a:pt x="53" y="43"/>
                  <a:pt x="53" y="42"/>
                </a:cubicBezTo>
                <a:cubicBezTo>
                  <a:pt x="53" y="42"/>
                  <a:pt x="53" y="42"/>
                  <a:pt x="53" y="42"/>
                </a:cubicBezTo>
                <a:cubicBezTo>
                  <a:pt x="53" y="41"/>
                  <a:pt x="52" y="40"/>
                  <a:pt x="51" y="40"/>
                </a:cubicBezTo>
                <a:cubicBezTo>
                  <a:pt x="47" y="40"/>
                  <a:pt x="43" y="40"/>
                  <a:pt x="40" y="40"/>
                </a:cubicBezTo>
                <a:cubicBezTo>
                  <a:pt x="39" y="40"/>
                  <a:pt x="38" y="41"/>
                  <a:pt x="38" y="42"/>
                </a:cubicBezTo>
                <a:cubicBezTo>
                  <a:pt x="38" y="42"/>
                  <a:pt x="38" y="42"/>
                  <a:pt x="38" y="42"/>
                </a:cubicBezTo>
                <a:cubicBezTo>
                  <a:pt x="38" y="43"/>
                  <a:pt x="39" y="44"/>
                  <a:pt x="40" y="44"/>
                </a:cubicBezTo>
                <a:close/>
                <a:moveTo>
                  <a:pt x="60" y="44"/>
                </a:moveTo>
                <a:cubicBezTo>
                  <a:pt x="64" y="44"/>
                  <a:pt x="68" y="44"/>
                  <a:pt x="72" y="44"/>
                </a:cubicBezTo>
                <a:cubicBezTo>
                  <a:pt x="73" y="44"/>
                  <a:pt x="74" y="43"/>
                  <a:pt x="74" y="42"/>
                </a:cubicBezTo>
                <a:cubicBezTo>
                  <a:pt x="74" y="42"/>
                  <a:pt x="74" y="42"/>
                  <a:pt x="74" y="42"/>
                </a:cubicBezTo>
                <a:cubicBezTo>
                  <a:pt x="74" y="41"/>
                  <a:pt x="73" y="40"/>
                  <a:pt x="72" y="40"/>
                </a:cubicBezTo>
                <a:cubicBezTo>
                  <a:pt x="68" y="40"/>
                  <a:pt x="64" y="40"/>
                  <a:pt x="60" y="40"/>
                </a:cubicBezTo>
                <a:cubicBezTo>
                  <a:pt x="60" y="40"/>
                  <a:pt x="59" y="41"/>
                  <a:pt x="59" y="42"/>
                </a:cubicBezTo>
                <a:cubicBezTo>
                  <a:pt x="59" y="42"/>
                  <a:pt x="59" y="42"/>
                  <a:pt x="59" y="42"/>
                </a:cubicBezTo>
                <a:cubicBezTo>
                  <a:pt x="59" y="43"/>
                  <a:pt x="60" y="44"/>
                  <a:pt x="60" y="44"/>
                </a:cubicBezTo>
                <a:close/>
                <a:moveTo>
                  <a:pt x="81" y="44"/>
                </a:moveTo>
                <a:cubicBezTo>
                  <a:pt x="85" y="44"/>
                  <a:pt x="89" y="44"/>
                  <a:pt x="93" y="44"/>
                </a:cubicBezTo>
                <a:cubicBezTo>
                  <a:pt x="94" y="44"/>
                  <a:pt x="95" y="43"/>
                  <a:pt x="95" y="42"/>
                </a:cubicBezTo>
                <a:cubicBezTo>
                  <a:pt x="95" y="42"/>
                  <a:pt x="95" y="42"/>
                  <a:pt x="95" y="42"/>
                </a:cubicBezTo>
                <a:cubicBezTo>
                  <a:pt x="95" y="41"/>
                  <a:pt x="94" y="40"/>
                  <a:pt x="93" y="40"/>
                </a:cubicBezTo>
                <a:cubicBezTo>
                  <a:pt x="89" y="40"/>
                  <a:pt x="85" y="40"/>
                  <a:pt x="81" y="40"/>
                </a:cubicBezTo>
                <a:cubicBezTo>
                  <a:pt x="81" y="40"/>
                  <a:pt x="80" y="41"/>
                  <a:pt x="80" y="42"/>
                </a:cubicBezTo>
                <a:cubicBezTo>
                  <a:pt x="80" y="42"/>
                  <a:pt x="80" y="42"/>
                  <a:pt x="80" y="42"/>
                </a:cubicBezTo>
                <a:cubicBezTo>
                  <a:pt x="80" y="43"/>
                  <a:pt x="81" y="44"/>
                  <a:pt x="81" y="44"/>
                </a:cubicBezTo>
                <a:close/>
                <a:moveTo>
                  <a:pt x="102" y="44"/>
                </a:moveTo>
                <a:cubicBezTo>
                  <a:pt x="106" y="44"/>
                  <a:pt x="110" y="44"/>
                  <a:pt x="114" y="44"/>
                </a:cubicBezTo>
                <a:cubicBezTo>
                  <a:pt x="115" y="44"/>
                  <a:pt x="116" y="43"/>
                  <a:pt x="116" y="42"/>
                </a:cubicBezTo>
                <a:cubicBezTo>
                  <a:pt x="116" y="42"/>
                  <a:pt x="116" y="42"/>
                  <a:pt x="116" y="42"/>
                </a:cubicBezTo>
                <a:cubicBezTo>
                  <a:pt x="116" y="41"/>
                  <a:pt x="115" y="40"/>
                  <a:pt x="114" y="40"/>
                </a:cubicBezTo>
                <a:cubicBezTo>
                  <a:pt x="110" y="40"/>
                  <a:pt x="106" y="40"/>
                  <a:pt x="102" y="40"/>
                </a:cubicBezTo>
                <a:cubicBezTo>
                  <a:pt x="102" y="40"/>
                  <a:pt x="101" y="41"/>
                  <a:pt x="101" y="42"/>
                </a:cubicBezTo>
                <a:cubicBezTo>
                  <a:pt x="101" y="42"/>
                  <a:pt x="101" y="42"/>
                  <a:pt x="101" y="42"/>
                </a:cubicBezTo>
                <a:cubicBezTo>
                  <a:pt x="101" y="43"/>
                  <a:pt x="102" y="44"/>
                  <a:pt x="102" y="44"/>
                </a:cubicBezTo>
                <a:close/>
                <a:moveTo>
                  <a:pt x="123" y="44"/>
                </a:moveTo>
                <a:cubicBezTo>
                  <a:pt x="127" y="44"/>
                  <a:pt x="131" y="44"/>
                  <a:pt x="135" y="44"/>
                </a:cubicBezTo>
                <a:cubicBezTo>
                  <a:pt x="136" y="44"/>
                  <a:pt x="137" y="43"/>
                  <a:pt x="137" y="42"/>
                </a:cubicBezTo>
                <a:cubicBezTo>
                  <a:pt x="137" y="42"/>
                  <a:pt x="137" y="42"/>
                  <a:pt x="137" y="42"/>
                </a:cubicBezTo>
                <a:cubicBezTo>
                  <a:pt x="137" y="41"/>
                  <a:pt x="136" y="40"/>
                  <a:pt x="135" y="40"/>
                </a:cubicBezTo>
                <a:cubicBezTo>
                  <a:pt x="131" y="40"/>
                  <a:pt x="127" y="40"/>
                  <a:pt x="123" y="40"/>
                </a:cubicBezTo>
                <a:cubicBezTo>
                  <a:pt x="123" y="40"/>
                  <a:pt x="122" y="41"/>
                  <a:pt x="122" y="42"/>
                </a:cubicBezTo>
                <a:cubicBezTo>
                  <a:pt x="122" y="42"/>
                  <a:pt x="122" y="42"/>
                  <a:pt x="122" y="42"/>
                </a:cubicBezTo>
                <a:cubicBezTo>
                  <a:pt x="122" y="43"/>
                  <a:pt x="123" y="44"/>
                  <a:pt x="123" y="44"/>
                </a:cubicBezTo>
                <a:close/>
                <a:moveTo>
                  <a:pt x="144" y="44"/>
                </a:moveTo>
                <a:cubicBezTo>
                  <a:pt x="148" y="44"/>
                  <a:pt x="152" y="44"/>
                  <a:pt x="156" y="44"/>
                </a:cubicBezTo>
                <a:cubicBezTo>
                  <a:pt x="157" y="44"/>
                  <a:pt x="158" y="43"/>
                  <a:pt x="158" y="42"/>
                </a:cubicBezTo>
                <a:cubicBezTo>
                  <a:pt x="158" y="42"/>
                  <a:pt x="158" y="42"/>
                  <a:pt x="158" y="42"/>
                </a:cubicBezTo>
                <a:cubicBezTo>
                  <a:pt x="158" y="41"/>
                  <a:pt x="157" y="40"/>
                  <a:pt x="156" y="40"/>
                </a:cubicBezTo>
                <a:cubicBezTo>
                  <a:pt x="152" y="40"/>
                  <a:pt x="148" y="40"/>
                  <a:pt x="144" y="40"/>
                </a:cubicBezTo>
                <a:cubicBezTo>
                  <a:pt x="144" y="40"/>
                  <a:pt x="143" y="41"/>
                  <a:pt x="143" y="42"/>
                </a:cubicBezTo>
                <a:cubicBezTo>
                  <a:pt x="143" y="42"/>
                  <a:pt x="143" y="42"/>
                  <a:pt x="143" y="42"/>
                </a:cubicBezTo>
                <a:cubicBezTo>
                  <a:pt x="143" y="43"/>
                  <a:pt x="144" y="44"/>
                  <a:pt x="144" y="44"/>
                </a:cubicBezTo>
                <a:close/>
                <a:moveTo>
                  <a:pt x="165" y="44"/>
                </a:moveTo>
                <a:cubicBezTo>
                  <a:pt x="169" y="44"/>
                  <a:pt x="173" y="44"/>
                  <a:pt x="177" y="44"/>
                </a:cubicBezTo>
                <a:cubicBezTo>
                  <a:pt x="178" y="44"/>
                  <a:pt x="179" y="43"/>
                  <a:pt x="179" y="42"/>
                </a:cubicBezTo>
                <a:cubicBezTo>
                  <a:pt x="179" y="42"/>
                  <a:pt x="179" y="42"/>
                  <a:pt x="179" y="42"/>
                </a:cubicBezTo>
                <a:cubicBezTo>
                  <a:pt x="179" y="41"/>
                  <a:pt x="178" y="40"/>
                  <a:pt x="177" y="40"/>
                </a:cubicBezTo>
                <a:cubicBezTo>
                  <a:pt x="173" y="40"/>
                  <a:pt x="169" y="40"/>
                  <a:pt x="165" y="40"/>
                </a:cubicBezTo>
                <a:cubicBezTo>
                  <a:pt x="165" y="40"/>
                  <a:pt x="164" y="41"/>
                  <a:pt x="164" y="42"/>
                </a:cubicBezTo>
                <a:cubicBezTo>
                  <a:pt x="164" y="42"/>
                  <a:pt x="164" y="42"/>
                  <a:pt x="164" y="42"/>
                </a:cubicBezTo>
                <a:cubicBezTo>
                  <a:pt x="164" y="43"/>
                  <a:pt x="165" y="44"/>
                  <a:pt x="165" y="44"/>
                </a:cubicBezTo>
                <a:close/>
              </a:path>
            </a:pathLst>
          </a:custGeom>
          <a:solidFill>
            <a:srgbClr val="82C3D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40">
            <a:extLst>
              <a:ext uri="{FF2B5EF4-FFF2-40B4-BE49-F238E27FC236}">
                <a16:creationId xmlns:a16="http://schemas.microsoft.com/office/drawing/2014/main" id="{F7620EA9-B932-CE4B-AABD-0CFF95B0A6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978525" y="3259138"/>
            <a:ext cx="1870075" cy="431800"/>
          </a:xfrm>
          <a:custGeom>
            <a:avLst/>
            <a:gdLst>
              <a:gd name="T0" fmla="*/ 2147483646 w 225"/>
              <a:gd name="T1" fmla="*/ 0 h 52"/>
              <a:gd name="T2" fmla="*/ 2147483646 w 225"/>
              <a:gd name="T3" fmla="*/ 2147483646 h 52"/>
              <a:gd name="T4" fmla="*/ 2147483646 w 225"/>
              <a:gd name="T5" fmla="*/ 2147483646 h 52"/>
              <a:gd name="T6" fmla="*/ 2147483646 w 225"/>
              <a:gd name="T7" fmla="*/ 2147483646 h 52"/>
              <a:gd name="T8" fmla="*/ 2147483646 w 225"/>
              <a:gd name="T9" fmla="*/ 2147483646 h 52"/>
              <a:gd name="T10" fmla="*/ 2147483646 w 225"/>
              <a:gd name="T11" fmla="*/ 2147483646 h 52"/>
              <a:gd name="T12" fmla="*/ 2147483646 w 225"/>
              <a:gd name="T13" fmla="*/ 2147483646 h 52"/>
              <a:gd name="T14" fmla="*/ 2147483646 w 225"/>
              <a:gd name="T15" fmla="*/ 2147483646 h 52"/>
              <a:gd name="T16" fmla="*/ 2147483646 w 225"/>
              <a:gd name="T17" fmla="*/ 2147483646 h 52"/>
              <a:gd name="T18" fmla="*/ 2147483646 w 225"/>
              <a:gd name="T19" fmla="*/ 2147483646 h 52"/>
              <a:gd name="T20" fmla="*/ 2147483646 w 225"/>
              <a:gd name="T21" fmla="*/ 2147483646 h 52"/>
              <a:gd name="T22" fmla="*/ 2147483646 w 225"/>
              <a:gd name="T23" fmla="*/ 2147483646 h 52"/>
              <a:gd name="T24" fmla="*/ 2147483646 w 225"/>
              <a:gd name="T25" fmla="*/ 2147483646 h 52"/>
              <a:gd name="T26" fmla="*/ 2147483646 w 225"/>
              <a:gd name="T27" fmla="*/ 0 h 52"/>
              <a:gd name="T28" fmla="*/ 2147483646 w 225"/>
              <a:gd name="T29" fmla="*/ 2147483646 h 52"/>
              <a:gd name="T30" fmla="*/ 2147483646 w 225"/>
              <a:gd name="T31" fmla="*/ 2147483646 h 52"/>
              <a:gd name="T32" fmla="*/ 2147483646 w 225"/>
              <a:gd name="T33" fmla="*/ 2147483646 h 52"/>
              <a:gd name="T34" fmla="*/ 2147483646 w 225"/>
              <a:gd name="T35" fmla="*/ 2147483646 h 52"/>
              <a:gd name="T36" fmla="*/ 2147483646 w 225"/>
              <a:gd name="T37" fmla="*/ 2147483646 h 52"/>
              <a:gd name="T38" fmla="*/ 2147483646 w 225"/>
              <a:gd name="T39" fmla="*/ 2147483646 h 52"/>
              <a:gd name="T40" fmla="*/ 2147483646 w 225"/>
              <a:gd name="T41" fmla="*/ 2147483646 h 52"/>
              <a:gd name="T42" fmla="*/ 2147483646 w 225"/>
              <a:gd name="T43" fmla="*/ 2147483646 h 52"/>
              <a:gd name="T44" fmla="*/ 2147483646 w 225"/>
              <a:gd name="T45" fmla="*/ 2147483646 h 52"/>
              <a:gd name="T46" fmla="*/ 2147483646 w 225"/>
              <a:gd name="T47" fmla="*/ 2147483646 h 52"/>
              <a:gd name="T48" fmla="*/ 0 w 225"/>
              <a:gd name="T49" fmla="*/ 0 h 52"/>
              <a:gd name="T50" fmla="*/ 2147483646 w 225"/>
              <a:gd name="T51" fmla="*/ 2147483646 h 52"/>
              <a:gd name="T52" fmla="*/ 2147483646 w 225"/>
              <a:gd name="T53" fmla="*/ 2147483646 h 52"/>
              <a:gd name="T54" fmla="*/ 2147483646 w 225"/>
              <a:gd name="T55" fmla="*/ 0 h 52"/>
              <a:gd name="T56" fmla="*/ 2147483646 w 225"/>
              <a:gd name="T57" fmla="*/ 2147483646 h 52"/>
              <a:gd name="T58" fmla="*/ 2147483646 w 225"/>
              <a:gd name="T59" fmla="*/ 2147483646 h 52"/>
              <a:gd name="T60" fmla="*/ 2147483646 w 225"/>
              <a:gd name="T61" fmla="*/ 2147483646 h 52"/>
              <a:gd name="T62" fmla="*/ 2147483646 w 225"/>
              <a:gd name="T63" fmla="*/ 0 h 52"/>
              <a:gd name="T64" fmla="*/ 2147483646 w 225"/>
              <a:gd name="T65" fmla="*/ 0 h 52"/>
              <a:gd name="T66" fmla="*/ 2147483646 w 225"/>
              <a:gd name="T67" fmla="*/ 2147483646 h 52"/>
              <a:gd name="T68" fmla="*/ 2147483646 w 225"/>
              <a:gd name="T69" fmla="*/ 2147483646 h 52"/>
              <a:gd name="T70" fmla="*/ 2147483646 w 225"/>
              <a:gd name="T71" fmla="*/ 2147483646 h 52"/>
              <a:gd name="T72" fmla="*/ 2147483646 w 225"/>
              <a:gd name="T73" fmla="*/ 0 h 52"/>
              <a:gd name="T74" fmla="*/ 2147483646 w 225"/>
              <a:gd name="T75" fmla="*/ 2147483646 h 52"/>
              <a:gd name="T76" fmla="*/ 2147483646 w 225"/>
              <a:gd name="T77" fmla="*/ 2147483646 h 52"/>
              <a:gd name="T78" fmla="*/ 2147483646 w 225"/>
              <a:gd name="T79" fmla="*/ 2147483646 h 52"/>
              <a:gd name="T80" fmla="*/ 2147483646 w 225"/>
              <a:gd name="T81" fmla="*/ 0 h 52"/>
              <a:gd name="T82" fmla="*/ 2147483646 w 225"/>
              <a:gd name="T83" fmla="*/ 0 h 52"/>
              <a:gd name="T84" fmla="*/ 2147483646 w 225"/>
              <a:gd name="T85" fmla="*/ 2147483646 h 52"/>
              <a:gd name="T86" fmla="*/ 2147483646 w 225"/>
              <a:gd name="T87" fmla="*/ 2147483646 h 52"/>
              <a:gd name="T88" fmla="*/ 2147483646 w 225"/>
              <a:gd name="T89" fmla="*/ 2147483646 h 52"/>
              <a:gd name="T90" fmla="*/ 2147483646 w 225"/>
              <a:gd name="T91" fmla="*/ 0 h 52"/>
              <a:gd name="T92" fmla="*/ 2147483646 w 225"/>
              <a:gd name="T93" fmla="*/ 2147483646 h 52"/>
              <a:gd name="T94" fmla="*/ 2147483646 w 225"/>
              <a:gd name="T95" fmla="*/ 2147483646 h 52"/>
              <a:gd name="T96" fmla="*/ 2147483646 w 225"/>
              <a:gd name="T97" fmla="*/ 2147483646 h 52"/>
              <a:gd name="T98" fmla="*/ 2147483646 w 225"/>
              <a:gd name="T99" fmla="*/ 0 h 52"/>
              <a:gd name="T100" fmla="*/ 2147483646 w 225"/>
              <a:gd name="T101" fmla="*/ 0 h 52"/>
              <a:gd name="T102" fmla="*/ 2147483646 w 225"/>
              <a:gd name="T103" fmla="*/ 2147483646 h 52"/>
              <a:gd name="T104" fmla="*/ 2147483646 w 225"/>
              <a:gd name="T105" fmla="*/ 2147483646 h 52"/>
              <a:gd name="T106" fmla="*/ 2147483646 w 225"/>
              <a:gd name="T107" fmla="*/ 2147483646 h 52"/>
              <a:gd name="T108" fmla="*/ 2147483646 w 225"/>
              <a:gd name="T109" fmla="*/ 0 h 52"/>
              <a:gd name="T110" fmla="*/ 2147483646 w 225"/>
              <a:gd name="T111" fmla="*/ 2147483646 h 52"/>
              <a:gd name="T112" fmla="*/ 2147483646 w 225"/>
              <a:gd name="T113" fmla="*/ 2147483646 h 52"/>
              <a:gd name="T114" fmla="*/ 2147483646 w 225"/>
              <a:gd name="T115" fmla="*/ 2147483646 h 52"/>
              <a:gd name="T116" fmla="*/ 2147483646 w 225"/>
              <a:gd name="T117" fmla="*/ 0 h 52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225"/>
              <a:gd name="T178" fmla="*/ 0 h 52"/>
              <a:gd name="T179" fmla="*/ 225 w 225"/>
              <a:gd name="T180" fmla="*/ 52 h 52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225" h="52">
                <a:moveTo>
                  <a:pt x="19" y="0"/>
                </a:moveTo>
                <a:cubicBezTo>
                  <a:pt x="22" y="0"/>
                  <a:pt x="26" y="0"/>
                  <a:pt x="30" y="0"/>
                </a:cubicBezTo>
                <a:cubicBezTo>
                  <a:pt x="31" y="0"/>
                  <a:pt x="32" y="1"/>
                  <a:pt x="32" y="2"/>
                </a:cubicBezTo>
                <a:cubicBezTo>
                  <a:pt x="32" y="2"/>
                  <a:pt x="32" y="2"/>
                  <a:pt x="32" y="2"/>
                </a:cubicBezTo>
                <a:cubicBezTo>
                  <a:pt x="32" y="3"/>
                  <a:pt x="31" y="4"/>
                  <a:pt x="30" y="4"/>
                </a:cubicBezTo>
                <a:cubicBezTo>
                  <a:pt x="26" y="4"/>
                  <a:pt x="22" y="4"/>
                  <a:pt x="19" y="4"/>
                </a:cubicBezTo>
                <a:cubicBezTo>
                  <a:pt x="18" y="4"/>
                  <a:pt x="17" y="3"/>
                  <a:pt x="17" y="2"/>
                </a:cubicBezTo>
                <a:cubicBezTo>
                  <a:pt x="17" y="2"/>
                  <a:pt x="17" y="2"/>
                  <a:pt x="17" y="2"/>
                </a:cubicBezTo>
                <a:cubicBezTo>
                  <a:pt x="17" y="1"/>
                  <a:pt x="18" y="0"/>
                  <a:pt x="19" y="0"/>
                </a:cubicBezTo>
                <a:close/>
                <a:moveTo>
                  <a:pt x="224" y="49"/>
                </a:moveTo>
                <a:cubicBezTo>
                  <a:pt x="224" y="49"/>
                  <a:pt x="224" y="49"/>
                  <a:pt x="224" y="49"/>
                </a:cubicBezTo>
                <a:cubicBezTo>
                  <a:pt x="225" y="49"/>
                  <a:pt x="225" y="49"/>
                  <a:pt x="225" y="50"/>
                </a:cubicBezTo>
                <a:cubicBezTo>
                  <a:pt x="225" y="51"/>
                  <a:pt x="225" y="51"/>
                  <a:pt x="225" y="51"/>
                </a:cubicBezTo>
                <a:cubicBezTo>
                  <a:pt x="225" y="52"/>
                  <a:pt x="225" y="52"/>
                  <a:pt x="224" y="52"/>
                </a:cubicBezTo>
                <a:cubicBezTo>
                  <a:pt x="224" y="52"/>
                  <a:pt x="224" y="52"/>
                  <a:pt x="224" y="52"/>
                </a:cubicBezTo>
                <a:cubicBezTo>
                  <a:pt x="223" y="52"/>
                  <a:pt x="222" y="52"/>
                  <a:pt x="222" y="51"/>
                </a:cubicBezTo>
                <a:cubicBezTo>
                  <a:pt x="222" y="50"/>
                  <a:pt x="222" y="50"/>
                  <a:pt x="222" y="50"/>
                </a:cubicBezTo>
                <a:cubicBezTo>
                  <a:pt x="222" y="49"/>
                  <a:pt x="223" y="49"/>
                  <a:pt x="224" y="49"/>
                </a:cubicBezTo>
                <a:close/>
                <a:moveTo>
                  <a:pt x="196" y="1"/>
                </a:moveTo>
                <a:cubicBezTo>
                  <a:pt x="196" y="3"/>
                  <a:pt x="197" y="4"/>
                  <a:pt x="198" y="6"/>
                </a:cubicBezTo>
                <a:cubicBezTo>
                  <a:pt x="199" y="6"/>
                  <a:pt x="198" y="7"/>
                  <a:pt x="198" y="8"/>
                </a:cubicBezTo>
                <a:cubicBezTo>
                  <a:pt x="198" y="8"/>
                  <a:pt x="198" y="8"/>
                  <a:pt x="198" y="8"/>
                </a:cubicBezTo>
                <a:cubicBezTo>
                  <a:pt x="197" y="8"/>
                  <a:pt x="196" y="8"/>
                  <a:pt x="195" y="7"/>
                </a:cubicBezTo>
                <a:cubicBezTo>
                  <a:pt x="195" y="6"/>
                  <a:pt x="194" y="5"/>
                  <a:pt x="193" y="4"/>
                </a:cubicBezTo>
                <a:cubicBezTo>
                  <a:pt x="190" y="4"/>
                  <a:pt x="190" y="4"/>
                  <a:pt x="186" y="4"/>
                </a:cubicBezTo>
                <a:cubicBezTo>
                  <a:pt x="186" y="4"/>
                  <a:pt x="185" y="3"/>
                  <a:pt x="185" y="2"/>
                </a:cubicBezTo>
                <a:cubicBezTo>
                  <a:pt x="185" y="2"/>
                  <a:pt x="185" y="2"/>
                  <a:pt x="185" y="2"/>
                </a:cubicBezTo>
                <a:cubicBezTo>
                  <a:pt x="185" y="1"/>
                  <a:pt x="186" y="0"/>
                  <a:pt x="186" y="0"/>
                </a:cubicBezTo>
                <a:cubicBezTo>
                  <a:pt x="194" y="0"/>
                  <a:pt x="194" y="0"/>
                  <a:pt x="194" y="0"/>
                </a:cubicBezTo>
                <a:cubicBezTo>
                  <a:pt x="195" y="0"/>
                  <a:pt x="195" y="1"/>
                  <a:pt x="196" y="1"/>
                </a:cubicBezTo>
                <a:close/>
                <a:moveTo>
                  <a:pt x="217" y="43"/>
                </a:moveTo>
                <a:cubicBezTo>
                  <a:pt x="215" y="40"/>
                  <a:pt x="213" y="37"/>
                  <a:pt x="211" y="33"/>
                </a:cubicBezTo>
                <a:cubicBezTo>
                  <a:pt x="211" y="32"/>
                  <a:pt x="211" y="31"/>
                  <a:pt x="212" y="31"/>
                </a:cubicBezTo>
                <a:cubicBezTo>
                  <a:pt x="212" y="31"/>
                  <a:pt x="212" y="31"/>
                  <a:pt x="212" y="31"/>
                </a:cubicBezTo>
                <a:cubicBezTo>
                  <a:pt x="212" y="30"/>
                  <a:pt x="213" y="31"/>
                  <a:pt x="214" y="31"/>
                </a:cubicBezTo>
                <a:cubicBezTo>
                  <a:pt x="216" y="35"/>
                  <a:pt x="218" y="38"/>
                  <a:pt x="220" y="41"/>
                </a:cubicBezTo>
                <a:cubicBezTo>
                  <a:pt x="221" y="42"/>
                  <a:pt x="220" y="43"/>
                  <a:pt x="219" y="44"/>
                </a:cubicBezTo>
                <a:cubicBezTo>
                  <a:pt x="219" y="44"/>
                  <a:pt x="219" y="44"/>
                  <a:pt x="219" y="44"/>
                </a:cubicBezTo>
                <a:cubicBezTo>
                  <a:pt x="219" y="44"/>
                  <a:pt x="218" y="44"/>
                  <a:pt x="217" y="43"/>
                </a:cubicBezTo>
                <a:close/>
                <a:moveTo>
                  <a:pt x="206" y="25"/>
                </a:moveTo>
                <a:cubicBezTo>
                  <a:pt x="204" y="22"/>
                  <a:pt x="202" y="19"/>
                  <a:pt x="200" y="15"/>
                </a:cubicBezTo>
                <a:cubicBezTo>
                  <a:pt x="200" y="14"/>
                  <a:pt x="200" y="13"/>
                  <a:pt x="201" y="13"/>
                </a:cubicBezTo>
                <a:cubicBezTo>
                  <a:pt x="201" y="13"/>
                  <a:pt x="201" y="13"/>
                  <a:pt x="201" y="13"/>
                </a:cubicBezTo>
                <a:cubicBezTo>
                  <a:pt x="201" y="12"/>
                  <a:pt x="203" y="13"/>
                  <a:pt x="203" y="14"/>
                </a:cubicBezTo>
                <a:cubicBezTo>
                  <a:pt x="205" y="17"/>
                  <a:pt x="207" y="20"/>
                  <a:pt x="209" y="24"/>
                </a:cubicBezTo>
                <a:cubicBezTo>
                  <a:pt x="210" y="24"/>
                  <a:pt x="209" y="25"/>
                  <a:pt x="209" y="26"/>
                </a:cubicBezTo>
                <a:cubicBezTo>
                  <a:pt x="209" y="26"/>
                  <a:pt x="209" y="26"/>
                  <a:pt x="209" y="26"/>
                </a:cubicBezTo>
                <a:cubicBezTo>
                  <a:pt x="208" y="26"/>
                  <a:pt x="207" y="26"/>
                  <a:pt x="206" y="25"/>
                </a:cubicBezTo>
                <a:close/>
                <a:moveTo>
                  <a:pt x="0" y="4"/>
                </a:moveTo>
                <a:cubicBezTo>
                  <a:pt x="0" y="0"/>
                  <a:pt x="0" y="0"/>
                  <a:pt x="0" y="0"/>
                </a:cubicBezTo>
                <a:cubicBezTo>
                  <a:pt x="8" y="0"/>
                  <a:pt x="8" y="0"/>
                  <a:pt x="8" y="0"/>
                </a:cubicBezTo>
                <a:cubicBezTo>
                  <a:pt x="9" y="0"/>
                  <a:pt x="10" y="1"/>
                  <a:pt x="10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10" y="3"/>
                  <a:pt x="9" y="4"/>
                  <a:pt x="8" y="4"/>
                </a:cubicBezTo>
                <a:cubicBezTo>
                  <a:pt x="0" y="4"/>
                  <a:pt x="0" y="4"/>
                  <a:pt x="0" y="4"/>
                </a:cubicBezTo>
                <a:close/>
                <a:moveTo>
                  <a:pt x="40" y="0"/>
                </a:moveTo>
                <a:cubicBezTo>
                  <a:pt x="43" y="0"/>
                  <a:pt x="47" y="0"/>
                  <a:pt x="51" y="0"/>
                </a:cubicBezTo>
                <a:cubicBezTo>
                  <a:pt x="52" y="0"/>
                  <a:pt x="53" y="1"/>
                  <a:pt x="53" y="2"/>
                </a:cubicBezTo>
                <a:cubicBezTo>
                  <a:pt x="53" y="2"/>
                  <a:pt x="53" y="2"/>
                  <a:pt x="53" y="2"/>
                </a:cubicBezTo>
                <a:cubicBezTo>
                  <a:pt x="53" y="3"/>
                  <a:pt x="52" y="4"/>
                  <a:pt x="51" y="4"/>
                </a:cubicBezTo>
                <a:cubicBezTo>
                  <a:pt x="47" y="4"/>
                  <a:pt x="43" y="4"/>
                  <a:pt x="40" y="4"/>
                </a:cubicBezTo>
                <a:cubicBezTo>
                  <a:pt x="39" y="4"/>
                  <a:pt x="38" y="3"/>
                  <a:pt x="38" y="2"/>
                </a:cubicBezTo>
                <a:cubicBezTo>
                  <a:pt x="38" y="2"/>
                  <a:pt x="38" y="2"/>
                  <a:pt x="38" y="2"/>
                </a:cubicBezTo>
                <a:cubicBezTo>
                  <a:pt x="38" y="1"/>
                  <a:pt x="39" y="0"/>
                  <a:pt x="40" y="0"/>
                </a:cubicBezTo>
                <a:close/>
                <a:moveTo>
                  <a:pt x="60" y="0"/>
                </a:moveTo>
                <a:cubicBezTo>
                  <a:pt x="64" y="0"/>
                  <a:pt x="68" y="0"/>
                  <a:pt x="72" y="0"/>
                </a:cubicBezTo>
                <a:cubicBezTo>
                  <a:pt x="73" y="0"/>
                  <a:pt x="74" y="1"/>
                  <a:pt x="74" y="2"/>
                </a:cubicBezTo>
                <a:cubicBezTo>
                  <a:pt x="74" y="2"/>
                  <a:pt x="74" y="2"/>
                  <a:pt x="74" y="2"/>
                </a:cubicBezTo>
                <a:cubicBezTo>
                  <a:pt x="74" y="3"/>
                  <a:pt x="73" y="4"/>
                  <a:pt x="72" y="4"/>
                </a:cubicBezTo>
                <a:cubicBezTo>
                  <a:pt x="68" y="4"/>
                  <a:pt x="64" y="4"/>
                  <a:pt x="60" y="4"/>
                </a:cubicBezTo>
                <a:cubicBezTo>
                  <a:pt x="60" y="4"/>
                  <a:pt x="59" y="3"/>
                  <a:pt x="59" y="2"/>
                </a:cubicBezTo>
                <a:cubicBezTo>
                  <a:pt x="59" y="2"/>
                  <a:pt x="59" y="2"/>
                  <a:pt x="59" y="2"/>
                </a:cubicBezTo>
                <a:cubicBezTo>
                  <a:pt x="59" y="1"/>
                  <a:pt x="60" y="0"/>
                  <a:pt x="60" y="0"/>
                </a:cubicBezTo>
                <a:close/>
                <a:moveTo>
                  <a:pt x="81" y="0"/>
                </a:moveTo>
                <a:cubicBezTo>
                  <a:pt x="85" y="0"/>
                  <a:pt x="89" y="0"/>
                  <a:pt x="93" y="0"/>
                </a:cubicBezTo>
                <a:cubicBezTo>
                  <a:pt x="94" y="0"/>
                  <a:pt x="95" y="1"/>
                  <a:pt x="95" y="2"/>
                </a:cubicBezTo>
                <a:cubicBezTo>
                  <a:pt x="95" y="2"/>
                  <a:pt x="95" y="2"/>
                  <a:pt x="95" y="2"/>
                </a:cubicBezTo>
                <a:cubicBezTo>
                  <a:pt x="95" y="3"/>
                  <a:pt x="94" y="4"/>
                  <a:pt x="93" y="4"/>
                </a:cubicBezTo>
                <a:cubicBezTo>
                  <a:pt x="89" y="4"/>
                  <a:pt x="85" y="4"/>
                  <a:pt x="81" y="4"/>
                </a:cubicBezTo>
                <a:cubicBezTo>
                  <a:pt x="81" y="4"/>
                  <a:pt x="80" y="3"/>
                  <a:pt x="80" y="2"/>
                </a:cubicBezTo>
                <a:cubicBezTo>
                  <a:pt x="80" y="2"/>
                  <a:pt x="80" y="2"/>
                  <a:pt x="80" y="2"/>
                </a:cubicBezTo>
                <a:cubicBezTo>
                  <a:pt x="80" y="1"/>
                  <a:pt x="81" y="0"/>
                  <a:pt x="81" y="0"/>
                </a:cubicBezTo>
                <a:close/>
                <a:moveTo>
                  <a:pt x="102" y="0"/>
                </a:moveTo>
                <a:cubicBezTo>
                  <a:pt x="106" y="0"/>
                  <a:pt x="110" y="0"/>
                  <a:pt x="114" y="0"/>
                </a:cubicBezTo>
                <a:cubicBezTo>
                  <a:pt x="115" y="0"/>
                  <a:pt x="116" y="1"/>
                  <a:pt x="116" y="2"/>
                </a:cubicBezTo>
                <a:cubicBezTo>
                  <a:pt x="116" y="2"/>
                  <a:pt x="116" y="2"/>
                  <a:pt x="116" y="2"/>
                </a:cubicBezTo>
                <a:cubicBezTo>
                  <a:pt x="116" y="3"/>
                  <a:pt x="115" y="4"/>
                  <a:pt x="114" y="4"/>
                </a:cubicBezTo>
                <a:cubicBezTo>
                  <a:pt x="110" y="4"/>
                  <a:pt x="106" y="4"/>
                  <a:pt x="102" y="4"/>
                </a:cubicBezTo>
                <a:cubicBezTo>
                  <a:pt x="102" y="4"/>
                  <a:pt x="101" y="3"/>
                  <a:pt x="101" y="2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2" y="0"/>
                </a:cubicBezTo>
                <a:close/>
                <a:moveTo>
                  <a:pt x="123" y="0"/>
                </a:moveTo>
                <a:cubicBezTo>
                  <a:pt x="127" y="0"/>
                  <a:pt x="131" y="0"/>
                  <a:pt x="135" y="0"/>
                </a:cubicBezTo>
                <a:cubicBezTo>
                  <a:pt x="136" y="0"/>
                  <a:pt x="137" y="1"/>
                  <a:pt x="137" y="2"/>
                </a:cubicBezTo>
                <a:cubicBezTo>
                  <a:pt x="137" y="2"/>
                  <a:pt x="137" y="2"/>
                  <a:pt x="137" y="2"/>
                </a:cubicBezTo>
                <a:cubicBezTo>
                  <a:pt x="137" y="3"/>
                  <a:pt x="136" y="4"/>
                  <a:pt x="135" y="4"/>
                </a:cubicBezTo>
                <a:cubicBezTo>
                  <a:pt x="131" y="4"/>
                  <a:pt x="127" y="4"/>
                  <a:pt x="123" y="4"/>
                </a:cubicBezTo>
                <a:cubicBezTo>
                  <a:pt x="123" y="4"/>
                  <a:pt x="122" y="3"/>
                  <a:pt x="122" y="2"/>
                </a:cubicBezTo>
                <a:cubicBezTo>
                  <a:pt x="122" y="2"/>
                  <a:pt x="122" y="2"/>
                  <a:pt x="122" y="2"/>
                </a:cubicBezTo>
                <a:cubicBezTo>
                  <a:pt x="122" y="1"/>
                  <a:pt x="123" y="0"/>
                  <a:pt x="123" y="0"/>
                </a:cubicBezTo>
                <a:close/>
                <a:moveTo>
                  <a:pt x="144" y="0"/>
                </a:moveTo>
                <a:cubicBezTo>
                  <a:pt x="148" y="0"/>
                  <a:pt x="152" y="0"/>
                  <a:pt x="156" y="0"/>
                </a:cubicBezTo>
                <a:cubicBezTo>
                  <a:pt x="157" y="0"/>
                  <a:pt x="158" y="1"/>
                  <a:pt x="158" y="2"/>
                </a:cubicBezTo>
                <a:cubicBezTo>
                  <a:pt x="158" y="2"/>
                  <a:pt x="158" y="2"/>
                  <a:pt x="158" y="2"/>
                </a:cubicBezTo>
                <a:cubicBezTo>
                  <a:pt x="158" y="3"/>
                  <a:pt x="157" y="4"/>
                  <a:pt x="156" y="4"/>
                </a:cubicBezTo>
                <a:cubicBezTo>
                  <a:pt x="152" y="4"/>
                  <a:pt x="148" y="4"/>
                  <a:pt x="144" y="4"/>
                </a:cubicBezTo>
                <a:cubicBezTo>
                  <a:pt x="144" y="4"/>
                  <a:pt x="143" y="3"/>
                  <a:pt x="143" y="2"/>
                </a:cubicBezTo>
                <a:cubicBezTo>
                  <a:pt x="143" y="2"/>
                  <a:pt x="143" y="2"/>
                  <a:pt x="143" y="2"/>
                </a:cubicBezTo>
                <a:cubicBezTo>
                  <a:pt x="143" y="1"/>
                  <a:pt x="144" y="0"/>
                  <a:pt x="144" y="0"/>
                </a:cubicBezTo>
                <a:close/>
                <a:moveTo>
                  <a:pt x="165" y="0"/>
                </a:moveTo>
                <a:cubicBezTo>
                  <a:pt x="169" y="0"/>
                  <a:pt x="173" y="0"/>
                  <a:pt x="177" y="0"/>
                </a:cubicBezTo>
                <a:cubicBezTo>
                  <a:pt x="178" y="0"/>
                  <a:pt x="179" y="1"/>
                  <a:pt x="179" y="2"/>
                </a:cubicBezTo>
                <a:cubicBezTo>
                  <a:pt x="179" y="2"/>
                  <a:pt x="179" y="2"/>
                  <a:pt x="179" y="2"/>
                </a:cubicBezTo>
                <a:cubicBezTo>
                  <a:pt x="179" y="3"/>
                  <a:pt x="178" y="4"/>
                  <a:pt x="177" y="4"/>
                </a:cubicBezTo>
                <a:cubicBezTo>
                  <a:pt x="173" y="4"/>
                  <a:pt x="169" y="4"/>
                  <a:pt x="165" y="4"/>
                </a:cubicBezTo>
                <a:cubicBezTo>
                  <a:pt x="165" y="4"/>
                  <a:pt x="164" y="3"/>
                  <a:pt x="164" y="2"/>
                </a:cubicBezTo>
                <a:cubicBezTo>
                  <a:pt x="164" y="2"/>
                  <a:pt x="164" y="2"/>
                  <a:pt x="164" y="2"/>
                </a:cubicBezTo>
                <a:cubicBezTo>
                  <a:pt x="164" y="1"/>
                  <a:pt x="165" y="0"/>
                  <a:pt x="165" y="0"/>
                </a:cubicBezTo>
                <a:close/>
              </a:path>
            </a:pathLst>
          </a:custGeom>
          <a:solidFill>
            <a:srgbClr val="FDD82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41">
            <a:extLst>
              <a:ext uri="{FF2B5EF4-FFF2-40B4-BE49-F238E27FC236}">
                <a16:creationId xmlns:a16="http://schemas.microsoft.com/office/drawing/2014/main" id="{AABDE590-434B-1042-BC86-5AF8C28EE84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016625" y="5091113"/>
            <a:ext cx="1870075" cy="433387"/>
          </a:xfrm>
          <a:custGeom>
            <a:avLst/>
            <a:gdLst>
              <a:gd name="T0" fmla="*/ 2147483646 w 225"/>
              <a:gd name="T1" fmla="*/ 0 h 52"/>
              <a:gd name="T2" fmla="*/ 2147483646 w 225"/>
              <a:gd name="T3" fmla="*/ 2147483646 h 52"/>
              <a:gd name="T4" fmla="*/ 2147483646 w 225"/>
              <a:gd name="T5" fmla="*/ 2147483646 h 52"/>
              <a:gd name="T6" fmla="*/ 2147483646 w 225"/>
              <a:gd name="T7" fmla="*/ 2147483646 h 52"/>
              <a:gd name="T8" fmla="*/ 2147483646 w 225"/>
              <a:gd name="T9" fmla="*/ 2147483646 h 52"/>
              <a:gd name="T10" fmla="*/ 2147483646 w 225"/>
              <a:gd name="T11" fmla="*/ 2147483646 h 52"/>
              <a:gd name="T12" fmla="*/ 2147483646 w 225"/>
              <a:gd name="T13" fmla="*/ 2147483646 h 52"/>
              <a:gd name="T14" fmla="*/ 2147483646 w 225"/>
              <a:gd name="T15" fmla="*/ 2147483646 h 52"/>
              <a:gd name="T16" fmla="*/ 2147483646 w 225"/>
              <a:gd name="T17" fmla="*/ 2147483646 h 52"/>
              <a:gd name="T18" fmla="*/ 2147483646 w 225"/>
              <a:gd name="T19" fmla="*/ 2147483646 h 52"/>
              <a:gd name="T20" fmla="*/ 2147483646 w 225"/>
              <a:gd name="T21" fmla="*/ 2147483646 h 52"/>
              <a:gd name="T22" fmla="*/ 2147483646 w 225"/>
              <a:gd name="T23" fmla="*/ 2147483646 h 52"/>
              <a:gd name="T24" fmla="*/ 2147483646 w 225"/>
              <a:gd name="T25" fmla="*/ 2147483646 h 52"/>
              <a:gd name="T26" fmla="*/ 2147483646 w 225"/>
              <a:gd name="T27" fmla="*/ 0 h 52"/>
              <a:gd name="T28" fmla="*/ 2147483646 w 225"/>
              <a:gd name="T29" fmla="*/ 2147483646 h 52"/>
              <a:gd name="T30" fmla="*/ 2147483646 w 225"/>
              <a:gd name="T31" fmla="*/ 2147483646 h 52"/>
              <a:gd name="T32" fmla="*/ 2147483646 w 225"/>
              <a:gd name="T33" fmla="*/ 2147483646 h 52"/>
              <a:gd name="T34" fmla="*/ 2147483646 w 225"/>
              <a:gd name="T35" fmla="*/ 2147483646 h 52"/>
              <a:gd name="T36" fmla="*/ 2147483646 w 225"/>
              <a:gd name="T37" fmla="*/ 2147483646 h 52"/>
              <a:gd name="T38" fmla="*/ 2147483646 w 225"/>
              <a:gd name="T39" fmla="*/ 2147483646 h 52"/>
              <a:gd name="T40" fmla="*/ 2147483646 w 225"/>
              <a:gd name="T41" fmla="*/ 2147483646 h 52"/>
              <a:gd name="T42" fmla="*/ 2147483646 w 225"/>
              <a:gd name="T43" fmla="*/ 2147483646 h 52"/>
              <a:gd name="T44" fmla="*/ 2147483646 w 225"/>
              <a:gd name="T45" fmla="*/ 2147483646 h 52"/>
              <a:gd name="T46" fmla="*/ 2147483646 w 225"/>
              <a:gd name="T47" fmla="*/ 2147483646 h 52"/>
              <a:gd name="T48" fmla="*/ 0 w 225"/>
              <a:gd name="T49" fmla="*/ 0 h 52"/>
              <a:gd name="T50" fmla="*/ 2147483646 w 225"/>
              <a:gd name="T51" fmla="*/ 2147483646 h 52"/>
              <a:gd name="T52" fmla="*/ 2147483646 w 225"/>
              <a:gd name="T53" fmla="*/ 2147483646 h 52"/>
              <a:gd name="T54" fmla="*/ 2147483646 w 225"/>
              <a:gd name="T55" fmla="*/ 0 h 52"/>
              <a:gd name="T56" fmla="*/ 2147483646 w 225"/>
              <a:gd name="T57" fmla="*/ 2147483646 h 52"/>
              <a:gd name="T58" fmla="*/ 2147483646 w 225"/>
              <a:gd name="T59" fmla="*/ 2147483646 h 52"/>
              <a:gd name="T60" fmla="*/ 2147483646 w 225"/>
              <a:gd name="T61" fmla="*/ 2147483646 h 52"/>
              <a:gd name="T62" fmla="*/ 2147483646 w 225"/>
              <a:gd name="T63" fmla="*/ 0 h 52"/>
              <a:gd name="T64" fmla="*/ 2147483646 w 225"/>
              <a:gd name="T65" fmla="*/ 0 h 52"/>
              <a:gd name="T66" fmla="*/ 2147483646 w 225"/>
              <a:gd name="T67" fmla="*/ 2147483646 h 52"/>
              <a:gd name="T68" fmla="*/ 2147483646 w 225"/>
              <a:gd name="T69" fmla="*/ 2147483646 h 52"/>
              <a:gd name="T70" fmla="*/ 2147483646 w 225"/>
              <a:gd name="T71" fmla="*/ 2147483646 h 52"/>
              <a:gd name="T72" fmla="*/ 2147483646 w 225"/>
              <a:gd name="T73" fmla="*/ 0 h 52"/>
              <a:gd name="T74" fmla="*/ 2147483646 w 225"/>
              <a:gd name="T75" fmla="*/ 2147483646 h 52"/>
              <a:gd name="T76" fmla="*/ 2147483646 w 225"/>
              <a:gd name="T77" fmla="*/ 2147483646 h 52"/>
              <a:gd name="T78" fmla="*/ 2147483646 w 225"/>
              <a:gd name="T79" fmla="*/ 2147483646 h 52"/>
              <a:gd name="T80" fmla="*/ 2147483646 w 225"/>
              <a:gd name="T81" fmla="*/ 0 h 52"/>
              <a:gd name="T82" fmla="*/ 2147483646 w 225"/>
              <a:gd name="T83" fmla="*/ 0 h 52"/>
              <a:gd name="T84" fmla="*/ 2147483646 w 225"/>
              <a:gd name="T85" fmla="*/ 2147483646 h 52"/>
              <a:gd name="T86" fmla="*/ 2147483646 w 225"/>
              <a:gd name="T87" fmla="*/ 2147483646 h 52"/>
              <a:gd name="T88" fmla="*/ 2147483646 w 225"/>
              <a:gd name="T89" fmla="*/ 2147483646 h 52"/>
              <a:gd name="T90" fmla="*/ 2147483646 w 225"/>
              <a:gd name="T91" fmla="*/ 0 h 52"/>
              <a:gd name="T92" fmla="*/ 2147483646 w 225"/>
              <a:gd name="T93" fmla="*/ 2147483646 h 52"/>
              <a:gd name="T94" fmla="*/ 2147483646 w 225"/>
              <a:gd name="T95" fmla="*/ 2147483646 h 52"/>
              <a:gd name="T96" fmla="*/ 2147483646 w 225"/>
              <a:gd name="T97" fmla="*/ 2147483646 h 52"/>
              <a:gd name="T98" fmla="*/ 2147483646 w 225"/>
              <a:gd name="T99" fmla="*/ 0 h 52"/>
              <a:gd name="T100" fmla="*/ 2147483646 w 225"/>
              <a:gd name="T101" fmla="*/ 0 h 52"/>
              <a:gd name="T102" fmla="*/ 2147483646 w 225"/>
              <a:gd name="T103" fmla="*/ 2147483646 h 52"/>
              <a:gd name="T104" fmla="*/ 2147483646 w 225"/>
              <a:gd name="T105" fmla="*/ 2147483646 h 52"/>
              <a:gd name="T106" fmla="*/ 2147483646 w 225"/>
              <a:gd name="T107" fmla="*/ 2147483646 h 52"/>
              <a:gd name="T108" fmla="*/ 2147483646 w 225"/>
              <a:gd name="T109" fmla="*/ 0 h 52"/>
              <a:gd name="T110" fmla="*/ 2147483646 w 225"/>
              <a:gd name="T111" fmla="*/ 2147483646 h 52"/>
              <a:gd name="T112" fmla="*/ 2147483646 w 225"/>
              <a:gd name="T113" fmla="*/ 2147483646 h 52"/>
              <a:gd name="T114" fmla="*/ 2147483646 w 225"/>
              <a:gd name="T115" fmla="*/ 2147483646 h 52"/>
              <a:gd name="T116" fmla="*/ 2147483646 w 225"/>
              <a:gd name="T117" fmla="*/ 0 h 52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225"/>
              <a:gd name="T178" fmla="*/ 0 h 52"/>
              <a:gd name="T179" fmla="*/ 225 w 225"/>
              <a:gd name="T180" fmla="*/ 52 h 52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225" h="52">
                <a:moveTo>
                  <a:pt x="19" y="0"/>
                </a:moveTo>
                <a:cubicBezTo>
                  <a:pt x="22" y="0"/>
                  <a:pt x="26" y="0"/>
                  <a:pt x="30" y="0"/>
                </a:cubicBezTo>
                <a:cubicBezTo>
                  <a:pt x="31" y="0"/>
                  <a:pt x="32" y="0"/>
                  <a:pt x="32" y="1"/>
                </a:cubicBezTo>
                <a:cubicBezTo>
                  <a:pt x="32" y="1"/>
                  <a:pt x="32" y="1"/>
                  <a:pt x="32" y="1"/>
                </a:cubicBezTo>
                <a:cubicBezTo>
                  <a:pt x="32" y="2"/>
                  <a:pt x="31" y="3"/>
                  <a:pt x="30" y="3"/>
                </a:cubicBezTo>
                <a:cubicBezTo>
                  <a:pt x="26" y="3"/>
                  <a:pt x="22" y="3"/>
                  <a:pt x="19" y="3"/>
                </a:cubicBezTo>
                <a:cubicBezTo>
                  <a:pt x="18" y="3"/>
                  <a:pt x="17" y="2"/>
                  <a:pt x="17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7" y="0"/>
                  <a:pt x="18" y="0"/>
                  <a:pt x="19" y="0"/>
                </a:cubicBezTo>
                <a:close/>
                <a:moveTo>
                  <a:pt x="224" y="48"/>
                </a:moveTo>
                <a:cubicBezTo>
                  <a:pt x="224" y="48"/>
                  <a:pt x="224" y="48"/>
                  <a:pt x="224" y="48"/>
                </a:cubicBezTo>
                <a:cubicBezTo>
                  <a:pt x="225" y="48"/>
                  <a:pt x="225" y="49"/>
                  <a:pt x="225" y="50"/>
                </a:cubicBezTo>
                <a:cubicBezTo>
                  <a:pt x="225" y="50"/>
                  <a:pt x="225" y="50"/>
                  <a:pt x="225" y="50"/>
                </a:cubicBezTo>
                <a:cubicBezTo>
                  <a:pt x="225" y="51"/>
                  <a:pt x="225" y="52"/>
                  <a:pt x="224" y="52"/>
                </a:cubicBezTo>
                <a:cubicBezTo>
                  <a:pt x="224" y="52"/>
                  <a:pt x="224" y="52"/>
                  <a:pt x="224" y="52"/>
                </a:cubicBezTo>
                <a:cubicBezTo>
                  <a:pt x="223" y="52"/>
                  <a:pt x="222" y="51"/>
                  <a:pt x="222" y="50"/>
                </a:cubicBezTo>
                <a:cubicBezTo>
                  <a:pt x="222" y="50"/>
                  <a:pt x="222" y="50"/>
                  <a:pt x="222" y="50"/>
                </a:cubicBezTo>
                <a:cubicBezTo>
                  <a:pt x="222" y="49"/>
                  <a:pt x="223" y="48"/>
                  <a:pt x="224" y="48"/>
                </a:cubicBezTo>
                <a:close/>
                <a:moveTo>
                  <a:pt x="196" y="1"/>
                </a:moveTo>
                <a:cubicBezTo>
                  <a:pt x="196" y="2"/>
                  <a:pt x="197" y="3"/>
                  <a:pt x="198" y="5"/>
                </a:cubicBezTo>
                <a:cubicBezTo>
                  <a:pt x="199" y="6"/>
                  <a:pt x="198" y="7"/>
                  <a:pt x="198" y="7"/>
                </a:cubicBezTo>
                <a:cubicBezTo>
                  <a:pt x="198" y="7"/>
                  <a:pt x="198" y="7"/>
                  <a:pt x="198" y="7"/>
                </a:cubicBezTo>
                <a:cubicBezTo>
                  <a:pt x="197" y="8"/>
                  <a:pt x="196" y="7"/>
                  <a:pt x="195" y="7"/>
                </a:cubicBezTo>
                <a:cubicBezTo>
                  <a:pt x="195" y="5"/>
                  <a:pt x="194" y="4"/>
                  <a:pt x="193" y="3"/>
                </a:cubicBezTo>
                <a:cubicBezTo>
                  <a:pt x="190" y="3"/>
                  <a:pt x="190" y="3"/>
                  <a:pt x="186" y="3"/>
                </a:cubicBezTo>
                <a:cubicBezTo>
                  <a:pt x="186" y="3"/>
                  <a:pt x="185" y="2"/>
                  <a:pt x="185" y="1"/>
                </a:cubicBezTo>
                <a:cubicBezTo>
                  <a:pt x="185" y="1"/>
                  <a:pt x="185" y="1"/>
                  <a:pt x="185" y="1"/>
                </a:cubicBezTo>
                <a:cubicBezTo>
                  <a:pt x="185" y="0"/>
                  <a:pt x="186" y="0"/>
                  <a:pt x="186" y="0"/>
                </a:cubicBezTo>
                <a:cubicBezTo>
                  <a:pt x="194" y="0"/>
                  <a:pt x="194" y="0"/>
                  <a:pt x="194" y="0"/>
                </a:cubicBezTo>
                <a:cubicBezTo>
                  <a:pt x="195" y="0"/>
                  <a:pt x="195" y="0"/>
                  <a:pt x="196" y="1"/>
                </a:cubicBezTo>
                <a:close/>
                <a:moveTo>
                  <a:pt x="217" y="42"/>
                </a:moveTo>
                <a:cubicBezTo>
                  <a:pt x="215" y="39"/>
                  <a:pt x="213" y="36"/>
                  <a:pt x="211" y="32"/>
                </a:cubicBezTo>
                <a:cubicBezTo>
                  <a:pt x="211" y="32"/>
                  <a:pt x="211" y="31"/>
                  <a:pt x="212" y="30"/>
                </a:cubicBezTo>
                <a:cubicBezTo>
                  <a:pt x="212" y="30"/>
                  <a:pt x="212" y="30"/>
                  <a:pt x="212" y="30"/>
                </a:cubicBezTo>
                <a:cubicBezTo>
                  <a:pt x="212" y="30"/>
                  <a:pt x="213" y="30"/>
                  <a:pt x="214" y="31"/>
                </a:cubicBezTo>
                <a:cubicBezTo>
                  <a:pt x="216" y="34"/>
                  <a:pt x="218" y="37"/>
                  <a:pt x="220" y="41"/>
                </a:cubicBezTo>
                <a:cubicBezTo>
                  <a:pt x="221" y="41"/>
                  <a:pt x="220" y="42"/>
                  <a:pt x="219" y="43"/>
                </a:cubicBezTo>
                <a:cubicBezTo>
                  <a:pt x="219" y="43"/>
                  <a:pt x="219" y="43"/>
                  <a:pt x="219" y="43"/>
                </a:cubicBezTo>
                <a:cubicBezTo>
                  <a:pt x="219" y="43"/>
                  <a:pt x="218" y="43"/>
                  <a:pt x="217" y="42"/>
                </a:cubicBezTo>
                <a:close/>
                <a:moveTo>
                  <a:pt x="206" y="24"/>
                </a:moveTo>
                <a:cubicBezTo>
                  <a:pt x="204" y="21"/>
                  <a:pt x="202" y="18"/>
                  <a:pt x="200" y="14"/>
                </a:cubicBezTo>
                <a:cubicBezTo>
                  <a:pt x="200" y="14"/>
                  <a:pt x="200" y="13"/>
                  <a:pt x="201" y="12"/>
                </a:cubicBezTo>
                <a:cubicBezTo>
                  <a:pt x="201" y="12"/>
                  <a:pt x="201" y="12"/>
                  <a:pt x="201" y="12"/>
                </a:cubicBezTo>
                <a:cubicBezTo>
                  <a:pt x="201" y="12"/>
                  <a:pt x="203" y="12"/>
                  <a:pt x="203" y="13"/>
                </a:cubicBezTo>
                <a:cubicBezTo>
                  <a:pt x="205" y="16"/>
                  <a:pt x="207" y="19"/>
                  <a:pt x="209" y="23"/>
                </a:cubicBezTo>
                <a:cubicBezTo>
                  <a:pt x="210" y="24"/>
                  <a:pt x="209" y="25"/>
                  <a:pt x="209" y="25"/>
                </a:cubicBezTo>
                <a:cubicBezTo>
                  <a:pt x="209" y="25"/>
                  <a:pt x="209" y="25"/>
                  <a:pt x="209" y="25"/>
                </a:cubicBezTo>
                <a:cubicBezTo>
                  <a:pt x="208" y="26"/>
                  <a:pt x="207" y="25"/>
                  <a:pt x="206" y="24"/>
                </a:cubicBezTo>
                <a:close/>
                <a:moveTo>
                  <a:pt x="0" y="3"/>
                </a:moveTo>
                <a:cubicBezTo>
                  <a:pt x="0" y="0"/>
                  <a:pt x="0" y="0"/>
                  <a:pt x="0" y="0"/>
                </a:cubicBezTo>
                <a:cubicBezTo>
                  <a:pt x="8" y="0"/>
                  <a:pt x="8" y="0"/>
                  <a:pt x="8" y="0"/>
                </a:cubicBezTo>
                <a:cubicBezTo>
                  <a:pt x="9" y="0"/>
                  <a:pt x="10" y="0"/>
                  <a:pt x="10" y="1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2"/>
                  <a:pt x="9" y="3"/>
                  <a:pt x="8" y="3"/>
                </a:cubicBezTo>
                <a:cubicBezTo>
                  <a:pt x="0" y="3"/>
                  <a:pt x="0" y="3"/>
                  <a:pt x="0" y="3"/>
                </a:cubicBezTo>
                <a:close/>
                <a:moveTo>
                  <a:pt x="40" y="0"/>
                </a:moveTo>
                <a:cubicBezTo>
                  <a:pt x="43" y="0"/>
                  <a:pt x="47" y="0"/>
                  <a:pt x="51" y="0"/>
                </a:cubicBezTo>
                <a:cubicBezTo>
                  <a:pt x="52" y="0"/>
                  <a:pt x="53" y="0"/>
                  <a:pt x="53" y="1"/>
                </a:cubicBezTo>
                <a:cubicBezTo>
                  <a:pt x="53" y="1"/>
                  <a:pt x="53" y="1"/>
                  <a:pt x="53" y="1"/>
                </a:cubicBezTo>
                <a:cubicBezTo>
                  <a:pt x="53" y="2"/>
                  <a:pt x="52" y="3"/>
                  <a:pt x="51" y="3"/>
                </a:cubicBezTo>
                <a:cubicBezTo>
                  <a:pt x="47" y="3"/>
                  <a:pt x="43" y="3"/>
                  <a:pt x="40" y="3"/>
                </a:cubicBezTo>
                <a:cubicBezTo>
                  <a:pt x="39" y="3"/>
                  <a:pt x="38" y="2"/>
                  <a:pt x="38" y="1"/>
                </a:cubicBezTo>
                <a:cubicBezTo>
                  <a:pt x="38" y="1"/>
                  <a:pt x="38" y="1"/>
                  <a:pt x="38" y="1"/>
                </a:cubicBezTo>
                <a:cubicBezTo>
                  <a:pt x="38" y="0"/>
                  <a:pt x="39" y="0"/>
                  <a:pt x="40" y="0"/>
                </a:cubicBezTo>
                <a:close/>
                <a:moveTo>
                  <a:pt x="60" y="0"/>
                </a:moveTo>
                <a:cubicBezTo>
                  <a:pt x="64" y="0"/>
                  <a:pt x="68" y="0"/>
                  <a:pt x="72" y="0"/>
                </a:cubicBezTo>
                <a:cubicBezTo>
                  <a:pt x="73" y="0"/>
                  <a:pt x="74" y="0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2"/>
                  <a:pt x="73" y="3"/>
                  <a:pt x="72" y="3"/>
                </a:cubicBezTo>
                <a:cubicBezTo>
                  <a:pt x="68" y="3"/>
                  <a:pt x="64" y="3"/>
                  <a:pt x="60" y="3"/>
                </a:cubicBezTo>
                <a:cubicBezTo>
                  <a:pt x="60" y="3"/>
                  <a:pt x="59" y="2"/>
                  <a:pt x="59" y="1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0"/>
                  <a:pt x="60" y="0"/>
                  <a:pt x="60" y="0"/>
                </a:cubicBezTo>
                <a:close/>
                <a:moveTo>
                  <a:pt x="81" y="0"/>
                </a:moveTo>
                <a:cubicBezTo>
                  <a:pt x="85" y="0"/>
                  <a:pt x="89" y="0"/>
                  <a:pt x="93" y="0"/>
                </a:cubicBezTo>
                <a:cubicBezTo>
                  <a:pt x="94" y="0"/>
                  <a:pt x="95" y="0"/>
                  <a:pt x="95" y="1"/>
                </a:cubicBezTo>
                <a:cubicBezTo>
                  <a:pt x="95" y="1"/>
                  <a:pt x="95" y="1"/>
                  <a:pt x="95" y="1"/>
                </a:cubicBezTo>
                <a:cubicBezTo>
                  <a:pt x="95" y="2"/>
                  <a:pt x="94" y="3"/>
                  <a:pt x="93" y="3"/>
                </a:cubicBezTo>
                <a:cubicBezTo>
                  <a:pt x="89" y="3"/>
                  <a:pt x="85" y="3"/>
                  <a:pt x="81" y="3"/>
                </a:cubicBezTo>
                <a:cubicBezTo>
                  <a:pt x="81" y="3"/>
                  <a:pt x="80" y="2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0"/>
                  <a:pt x="81" y="0"/>
                  <a:pt x="81" y="0"/>
                </a:cubicBezTo>
                <a:close/>
                <a:moveTo>
                  <a:pt x="102" y="0"/>
                </a:moveTo>
                <a:cubicBezTo>
                  <a:pt x="106" y="0"/>
                  <a:pt x="110" y="0"/>
                  <a:pt x="114" y="0"/>
                </a:cubicBezTo>
                <a:cubicBezTo>
                  <a:pt x="115" y="0"/>
                  <a:pt x="116" y="0"/>
                  <a:pt x="116" y="1"/>
                </a:cubicBezTo>
                <a:cubicBezTo>
                  <a:pt x="116" y="1"/>
                  <a:pt x="116" y="1"/>
                  <a:pt x="116" y="1"/>
                </a:cubicBezTo>
                <a:cubicBezTo>
                  <a:pt x="116" y="2"/>
                  <a:pt x="115" y="3"/>
                  <a:pt x="114" y="3"/>
                </a:cubicBezTo>
                <a:cubicBezTo>
                  <a:pt x="110" y="3"/>
                  <a:pt x="106" y="3"/>
                  <a:pt x="102" y="3"/>
                </a:cubicBezTo>
                <a:cubicBezTo>
                  <a:pt x="102" y="3"/>
                  <a:pt x="101" y="2"/>
                  <a:pt x="101" y="1"/>
                </a:cubicBezTo>
                <a:cubicBezTo>
                  <a:pt x="101" y="1"/>
                  <a:pt x="101" y="1"/>
                  <a:pt x="101" y="1"/>
                </a:cubicBezTo>
                <a:cubicBezTo>
                  <a:pt x="101" y="0"/>
                  <a:pt x="102" y="0"/>
                  <a:pt x="102" y="0"/>
                </a:cubicBezTo>
                <a:close/>
                <a:moveTo>
                  <a:pt x="123" y="0"/>
                </a:moveTo>
                <a:cubicBezTo>
                  <a:pt x="127" y="0"/>
                  <a:pt x="131" y="0"/>
                  <a:pt x="135" y="0"/>
                </a:cubicBezTo>
                <a:cubicBezTo>
                  <a:pt x="136" y="0"/>
                  <a:pt x="137" y="0"/>
                  <a:pt x="137" y="1"/>
                </a:cubicBezTo>
                <a:cubicBezTo>
                  <a:pt x="137" y="1"/>
                  <a:pt x="137" y="1"/>
                  <a:pt x="137" y="1"/>
                </a:cubicBezTo>
                <a:cubicBezTo>
                  <a:pt x="137" y="2"/>
                  <a:pt x="136" y="3"/>
                  <a:pt x="135" y="3"/>
                </a:cubicBezTo>
                <a:cubicBezTo>
                  <a:pt x="131" y="3"/>
                  <a:pt x="127" y="3"/>
                  <a:pt x="123" y="3"/>
                </a:cubicBezTo>
                <a:cubicBezTo>
                  <a:pt x="123" y="3"/>
                  <a:pt x="122" y="2"/>
                  <a:pt x="122" y="1"/>
                </a:cubicBezTo>
                <a:cubicBezTo>
                  <a:pt x="122" y="1"/>
                  <a:pt x="122" y="1"/>
                  <a:pt x="122" y="1"/>
                </a:cubicBezTo>
                <a:cubicBezTo>
                  <a:pt x="122" y="0"/>
                  <a:pt x="123" y="0"/>
                  <a:pt x="123" y="0"/>
                </a:cubicBezTo>
                <a:close/>
                <a:moveTo>
                  <a:pt x="144" y="0"/>
                </a:moveTo>
                <a:cubicBezTo>
                  <a:pt x="148" y="0"/>
                  <a:pt x="152" y="0"/>
                  <a:pt x="156" y="0"/>
                </a:cubicBezTo>
                <a:cubicBezTo>
                  <a:pt x="157" y="0"/>
                  <a:pt x="158" y="0"/>
                  <a:pt x="158" y="1"/>
                </a:cubicBezTo>
                <a:cubicBezTo>
                  <a:pt x="158" y="1"/>
                  <a:pt x="158" y="1"/>
                  <a:pt x="158" y="1"/>
                </a:cubicBezTo>
                <a:cubicBezTo>
                  <a:pt x="158" y="2"/>
                  <a:pt x="157" y="3"/>
                  <a:pt x="156" y="3"/>
                </a:cubicBezTo>
                <a:cubicBezTo>
                  <a:pt x="152" y="3"/>
                  <a:pt x="148" y="3"/>
                  <a:pt x="144" y="3"/>
                </a:cubicBezTo>
                <a:cubicBezTo>
                  <a:pt x="144" y="3"/>
                  <a:pt x="143" y="2"/>
                  <a:pt x="143" y="1"/>
                </a:cubicBezTo>
                <a:cubicBezTo>
                  <a:pt x="143" y="1"/>
                  <a:pt x="143" y="1"/>
                  <a:pt x="143" y="1"/>
                </a:cubicBezTo>
                <a:cubicBezTo>
                  <a:pt x="143" y="0"/>
                  <a:pt x="144" y="0"/>
                  <a:pt x="144" y="0"/>
                </a:cubicBezTo>
                <a:close/>
                <a:moveTo>
                  <a:pt x="165" y="0"/>
                </a:moveTo>
                <a:cubicBezTo>
                  <a:pt x="169" y="0"/>
                  <a:pt x="173" y="0"/>
                  <a:pt x="177" y="0"/>
                </a:cubicBezTo>
                <a:cubicBezTo>
                  <a:pt x="178" y="0"/>
                  <a:pt x="179" y="0"/>
                  <a:pt x="179" y="1"/>
                </a:cubicBezTo>
                <a:cubicBezTo>
                  <a:pt x="179" y="1"/>
                  <a:pt x="179" y="1"/>
                  <a:pt x="179" y="1"/>
                </a:cubicBezTo>
                <a:cubicBezTo>
                  <a:pt x="179" y="2"/>
                  <a:pt x="178" y="3"/>
                  <a:pt x="177" y="3"/>
                </a:cubicBezTo>
                <a:cubicBezTo>
                  <a:pt x="173" y="3"/>
                  <a:pt x="169" y="3"/>
                  <a:pt x="165" y="3"/>
                </a:cubicBezTo>
                <a:cubicBezTo>
                  <a:pt x="165" y="3"/>
                  <a:pt x="164" y="2"/>
                  <a:pt x="164" y="1"/>
                </a:cubicBezTo>
                <a:cubicBezTo>
                  <a:pt x="164" y="1"/>
                  <a:pt x="164" y="1"/>
                  <a:pt x="164" y="1"/>
                </a:cubicBezTo>
                <a:cubicBezTo>
                  <a:pt x="164" y="0"/>
                  <a:pt x="165" y="0"/>
                  <a:pt x="165" y="0"/>
                </a:cubicBezTo>
                <a:close/>
              </a:path>
            </a:pathLst>
          </a:custGeom>
          <a:solidFill>
            <a:srgbClr val="82C3D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文本框 41">
            <a:extLst>
              <a:ext uri="{FF2B5EF4-FFF2-40B4-BE49-F238E27FC236}">
                <a16:creationId xmlns:a16="http://schemas.microsoft.com/office/drawing/2014/main" id="{079E2460-61DC-2544-880E-94B74CF9B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7963" y="1620838"/>
            <a:ext cx="43640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 b="1">
                <a:solidFill>
                  <a:srgbClr val="0533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0">
                <a:solidFill>
                  <a:srgbClr val="000000"/>
                </a:solidFill>
                <a:ea typeface="宋体" panose="02010600030101010101" pitchFamily="2" charset="-122"/>
              </a:rPr>
              <a:t>  2018</a:t>
            </a:r>
            <a:r>
              <a:rPr lang="zh-CN" altLang="en-US" sz="1600" b="0">
                <a:solidFill>
                  <a:srgbClr val="000000"/>
                </a:solidFill>
                <a:ea typeface="宋体" panose="02010600030101010101" pitchFamily="2" charset="-122"/>
              </a:rPr>
              <a:t>年广东省优秀软件作品</a:t>
            </a:r>
            <a:endParaRPr lang="en-US" altLang="zh-CN" sz="1600" b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lang="zh-CN" altLang="en-US" sz="1600" b="0">
                <a:solidFill>
                  <a:srgbClr val="000000"/>
                </a:solidFill>
                <a:ea typeface="宋体" panose="02010600030101010101" pitchFamily="2" charset="-122"/>
              </a:rPr>
              <a:t>羊城工匠杯</a:t>
            </a:r>
            <a:r>
              <a:rPr lang="zh-CN" altLang="en-US" sz="16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zh-CN" altLang="en-US" sz="1600" b="0">
                <a:solidFill>
                  <a:srgbClr val="000000"/>
                </a:solidFill>
                <a:ea typeface="宋体" panose="02010600030101010101" pitchFamily="2" charset="-122"/>
              </a:rPr>
              <a:t>人工智能竞赛铜奖</a:t>
            </a:r>
            <a:endParaRPr lang="en-US" altLang="zh-CN" sz="1600" b="0">
              <a:solidFill>
                <a:srgbClr val="000000"/>
              </a:solidFill>
            </a:endParaRPr>
          </a:p>
        </p:txBody>
      </p:sp>
      <p:sp>
        <p:nvSpPr>
          <p:cNvPr id="37" name="文本框 43">
            <a:extLst>
              <a:ext uri="{FF2B5EF4-FFF2-40B4-BE49-F238E27FC236}">
                <a16:creationId xmlns:a16="http://schemas.microsoft.com/office/drawing/2014/main" id="{BFF2E691-8B79-CA4D-B3B2-AFEAEF145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3409950"/>
            <a:ext cx="43624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 b="1">
                <a:solidFill>
                  <a:srgbClr val="0533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600" b="0">
                <a:solidFill>
                  <a:srgbClr val="000000"/>
                </a:solidFill>
                <a:ea typeface="宋体" panose="02010600030101010101" pitchFamily="2" charset="-122"/>
              </a:rPr>
              <a:t>一种模糊地址数据智能分类的方法</a:t>
            </a:r>
            <a:endParaRPr lang="en-US" altLang="zh-CN" sz="1600" b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600" b="0">
                <a:solidFill>
                  <a:srgbClr val="000000"/>
                </a:solidFill>
                <a:ea typeface="宋体" panose="02010600030101010101" pitchFamily="2" charset="-122"/>
              </a:rPr>
              <a:t>一种基于深度学习的电子档案智能处理方法</a:t>
            </a:r>
            <a:endParaRPr lang="zh-CN" altLang="en-US" sz="1600" b="0">
              <a:solidFill>
                <a:srgbClr val="595959"/>
              </a:solidFill>
              <a:ea typeface="宋体" panose="02010600030101010101" pitchFamily="2" charset="-122"/>
            </a:endParaRPr>
          </a:p>
        </p:txBody>
      </p:sp>
      <p:sp>
        <p:nvSpPr>
          <p:cNvPr id="38" name="文本框 44">
            <a:extLst>
              <a:ext uri="{FF2B5EF4-FFF2-40B4-BE49-F238E27FC236}">
                <a16:creationId xmlns:a16="http://schemas.microsoft.com/office/drawing/2014/main" id="{E5153BC5-5E04-2744-A584-4C5562A07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4650" y="5259388"/>
            <a:ext cx="4364038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 b="1">
                <a:solidFill>
                  <a:srgbClr val="0533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600" b="0">
                <a:solidFill>
                  <a:srgbClr val="000000"/>
                </a:solidFill>
                <a:ea typeface="宋体" panose="02010600030101010101" pitchFamily="2" charset="-122"/>
              </a:rPr>
              <a:t>华资大数据分析软件</a:t>
            </a:r>
            <a:endParaRPr lang="en-US" altLang="zh-CN" sz="1600" b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600" b="0">
                <a:solidFill>
                  <a:srgbClr val="000000"/>
                </a:solidFill>
                <a:ea typeface="宋体" panose="02010600030101010101" pitchFamily="2" charset="-122"/>
              </a:rPr>
              <a:t>华资大数据治理软件</a:t>
            </a:r>
            <a:endParaRPr lang="zh-CN" altLang="en-US" sz="1600" b="0">
              <a:solidFill>
                <a:srgbClr val="595959"/>
              </a:solidFill>
              <a:ea typeface="宋体" panose="02010600030101010101" pitchFamily="2" charset="-122"/>
            </a:endParaRPr>
          </a:p>
        </p:txBody>
      </p:sp>
      <p:sp>
        <p:nvSpPr>
          <p:cNvPr id="39" name="文本框 51">
            <a:extLst>
              <a:ext uri="{FF2B5EF4-FFF2-40B4-BE49-F238E27FC236}">
                <a16:creationId xmlns:a16="http://schemas.microsoft.com/office/drawing/2014/main" id="{83BBE854-60D6-864E-B81E-CECE749F8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1622425"/>
            <a:ext cx="14160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 b="1">
                <a:solidFill>
                  <a:srgbClr val="0533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>
                <a:solidFill>
                  <a:srgbClr val="FFFFFF"/>
                </a:solidFill>
                <a:latin typeface="Impact" panose="020B0806030902050204" pitchFamily="34" charset="0"/>
                <a:ea typeface="宋体" panose="02010600030101010101" pitchFamily="2" charset="-122"/>
                <a:sym typeface="Impact" panose="020B0806030902050204" pitchFamily="34" charset="0"/>
              </a:rPr>
              <a:t>获奖情况</a:t>
            </a:r>
          </a:p>
        </p:txBody>
      </p:sp>
      <p:sp>
        <p:nvSpPr>
          <p:cNvPr id="40" name="文本框 53">
            <a:extLst>
              <a:ext uri="{FF2B5EF4-FFF2-40B4-BE49-F238E27FC236}">
                <a16:creationId xmlns:a16="http://schemas.microsoft.com/office/drawing/2014/main" id="{A6A641B8-F100-144D-A154-5446907AB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3448050"/>
            <a:ext cx="14160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 b="1">
                <a:solidFill>
                  <a:srgbClr val="0533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>
                <a:solidFill>
                  <a:srgbClr val="FFFFFF"/>
                </a:solidFill>
                <a:latin typeface="Impact" panose="020B0806030902050204" pitchFamily="34" charset="0"/>
                <a:ea typeface="宋体" panose="02010600030101010101" pitchFamily="2" charset="-122"/>
                <a:sym typeface="Impact" panose="020B0806030902050204" pitchFamily="34" charset="0"/>
              </a:rPr>
              <a:t>专利申请</a:t>
            </a:r>
          </a:p>
        </p:txBody>
      </p:sp>
      <p:sp>
        <p:nvSpPr>
          <p:cNvPr id="41" name="文本框 54">
            <a:extLst>
              <a:ext uri="{FF2B5EF4-FFF2-40B4-BE49-F238E27FC236}">
                <a16:creationId xmlns:a16="http://schemas.microsoft.com/office/drawing/2014/main" id="{93FC3E71-A2D6-A946-B77F-451D44882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5276850"/>
            <a:ext cx="14700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 b="1">
                <a:solidFill>
                  <a:srgbClr val="0533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0">
                <a:solidFill>
                  <a:srgbClr val="FFFFFF"/>
                </a:solidFill>
                <a:latin typeface="Impact" panose="020B0806030902050204" pitchFamily="34" charset="0"/>
                <a:ea typeface="宋体" panose="02010600030101010101" pitchFamily="2" charset="-122"/>
                <a:sym typeface="Impact" panose="020B0806030902050204" pitchFamily="34" charset="0"/>
              </a:rPr>
              <a:t>软著申请 </a:t>
            </a:r>
          </a:p>
        </p:txBody>
      </p:sp>
      <p:pic>
        <p:nvPicPr>
          <p:cNvPr id="42" name="图片 55" descr="rId2">
            <a:extLst>
              <a:ext uri="{FF2B5EF4-FFF2-40B4-BE49-F238E27FC236}">
                <a16:creationId xmlns:a16="http://schemas.microsoft.com/office/drawing/2014/main" id="{30161DE8-D680-6640-B4C2-AE3060C8A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1323975"/>
            <a:ext cx="2681288" cy="188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3" name="图片 61" descr="rId8">
            <a:extLst>
              <a:ext uri="{FF2B5EF4-FFF2-40B4-BE49-F238E27FC236}">
                <a16:creationId xmlns:a16="http://schemas.microsoft.com/office/drawing/2014/main" id="{2E1147E2-D91A-9746-BEA8-524BCF6B6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" y="4497388"/>
            <a:ext cx="2274888" cy="198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5" name="图片 62" descr="rId9">
            <a:extLst>
              <a:ext uri="{FF2B5EF4-FFF2-40B4-BE49-F238E27FC236}">
                <a16:creationId xmlns:a16="http://schemas.microsoft.com/office/drawing/2014/main" id="{12684FAF-51B9-A043-8449-9E87A0A63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988" y="4473575"/>
            <a:ext cx="2270125" cy="201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77262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2DA3A0-243A-3341-B6C1-0DFE50128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2019</a:t>
            </a:r>
            <a:r>
              <a:rPr kumimoji="1" lang="zh-CN" altLang="en-US" dirty="0"/>
              <a:t>年，我们要做什么</a:t>
            </a:r>
          </a:p>
        </p:txBody>
      </p:sp>
      <p:sp>
        <p:nvSpPr>
          <p:cNvPr id="4" name="Freeform 124">
            <a:extLst>
              <a:ext uri="{FF2B5EF4-FFF2-40B4-BE49-F238E27FC236}">
                <a16:creationId xmlns:a16="http://schemas.microsoft.com/office/drawing/2014/main" id="{B2AF0CE2-1119-8940-8E19-14E5807CC18E}"/>
              </a:ext>
            </a:extLst>
          </p:cNvPr>
          <p:cNvSpPr>
            <a:spLocks noEditPoints="1"/>
          </p:cNvSpPr>
          <p:nvPr/>
        </p:nvSpPr>
        <p:spPr bwMode="auto">
          <a:xfrm>
            <a:off x="1553171" y="3639788"/>
            <a:ext cx="379941" cy="434520"/>
          </a:xfrm>
          <a:custGeom>
            <a:avLst/>
            <a:gdLst>
              <a:gd name="T0" fmla="*/ 50 w 84"/>
              <a:gd name="T1" fmla="*/ 92 h 96"/>
              <a:gd name="T2" fmla="*/ 57 w 84"/>
              <a:gd name="T3" fmla="*/ 81 h 96"/>
              <a:gd name="T4" fmla="*/ 56 w 84"/>
              <a:gd name="T5" fmla="*/ 75 h 96"/>
              <a:gd name="T6" fmla="*/ 43 w 84"/>
              <a:gd name="T7" fmla="*/ 63 h 96"/>
              <a:gd name="T8" fmla="*/ 38 w 84"/>
              <a:gd name="T9" fmla="*/ 62 h 96"/>
              <a:gd name="T10" fmla="*/ 30 w 84"/>
              <a:gd name="T11" fmla="*/ 67 h 96"/>
              <a:gd name="T12" fmla="*/ 17 w 84"/>
              <a:gd name="T13" fmla="*/ 35 h 96"/>
              <a:gd name="T14" fmla="*/ 26 w 84"/>
              <a:gd name="T15" fmla="*/ 31 h 96"/>
              <a:gd name="T16" fmla="*/ 27 w 84"/>
              <a:gd name="T17" fmla="*/ 25 h 96"/>
              <a:gd name="T18" fmla="*/ 22 w 84"/>
              <a:gd name="T19" fmla="*/ 8 h 96"/>
              <a:gd name="T20" fmla="*/ 18 w 84"/>
              <a:gd name="T21" fmla="*/ 4 h 96"/>
              <a:gd name="T22" fmla="*/ 4 w 84"/>
              <a:gd name="T23" fmla="*/ 6 h 96"/>
              <a:gd name="T24" fmla="*/ 0 w 84"/>
              <a:gd name="T25" fmla="*/ 10 h 96"/>
              <a:gd name="T26" fmla="*/ 43 w 84"/>
              <a:gd name="T27" fmla="*/ 94 h 96"/>
              <a:gd name="T28" fmla="*/ 50 w 84"/>
              <a:gd name="T29" fmla="*/ 92 h 96"/>
              <a:gd name="T30" fmla="*/ 45 w 84"/>
              <a:gd name="T31" fmla="*/ 53 h 96"/>
              <a:gd name="T32" fmla="*/ 32 w 84"/>
              <a:gd name="T33" fmla="*/ 53 h 96"/>
              <a:gd name="T34" fmla="*/ 32 w 84"/>
              <a:gd name="T35" fmla="*/ 50 h 96"/>
              <a:gd name="T36" fmla="*/ 40 w 84"/>
              <a:gd name="T37" fmla="*/ 38 h 96"/>
              <a:gd name="T38" fmla="*/ 42 w 84"/>
              <a:gd name="T39" fmla="*/ 32 h 96"/>
              <a:gd name="T40" fmla="*/ 41 w 84"/>
              <a:gd name="T41" fmla="*/ 30 h 96"/>
              <a:gd name="T42" fmla="*/ 40 w 84"/>
              <a:gd name="T43" fmla="*/ 31 h 96"/>
              <a:gd name="T44" fmla="*/ 39 w 84"/>
              <a:gd name="T45" fmla="*/ 36 h 96"/>
              <a:gd name="T46" fmla="*/ 34 w 84"/>
              <a:gd name="T47" fmla="*/ 36 h 96"/>
              <a:gd name="T48" fmla="*/ 34 w 84"/>
              <a:gd name="T49" fmla="*/ 31 h 96"/>
              <a:gd name="T50" fmla="*/ 42 w 84"/>
              <a:gd name="T51" fmla="*/ 26 h 96"/>
              <a:gd name="T52" fmla="*/ 47 w 84"/>
              <a:gd name="T53" fmla="*/ 28 h 96"/>
              <a:gd name="T54" fmla="*/ 47 w 84"/>
              <a:gd name="T55" fmla="*/ 34 h 96"/>
              <a:gd name="T56" fmla="*/ 47 w 84"/>
              <a:gd name="T57" fmla="*/ 37 h 96"/>
              <a:gd name="T58" fmla="*/ 38 w 84"/>
              <a:gd name="T59" fmla="*/ 50 h 96"/>
              <a:gd name="T60" fmla="*/ 46 w 84"/>
              <a:gd name="T61" fmla="*/ 50 h 96"/>
              <a:gd name="T62" fmla="*/ 45 w 84"/>
              <a:gd name="T63" fmla="*/ 53 h 96"/>
              <a:gd name="T64" fmla="*/ 63 w 84"/>
              <a:gd name="T65" fmla="*/ 50 h 96"/>
              <a:gd name="T66" fmla="*/ 60 w 84"/>
              <a:gd name="T67" fmla="*/ 50 h 96"/>
              <a:gd name="T68" fmla="*/ 60 w 84"/>
              <a:gd name="T69" fmla="*/ 53 h 96"/>
              <a:gd name="T70" fmla="*/ 54 w 84"/>
              <a:gd name="T71" fmla="*/ 53 h 96"/>
              <a:gd name="T72" fmla="*/ 54 w 84"/>
              <a:gd name="T73" fmla="*/ 50 h 96"/>
              <a:gd name="T74" fmla="*/ 46 w 84"/>
              <a:gd name="T75" fmla="*/ 50 h 96"/>
              <a:gd name="T76" fmla="*/ 47 w 84"/>
              <a:gd name="T77" fmla="*/ 46 h 96"/>
              <a:gd name="T78" fmla="*/ 55 w 84"/>
              <a:gd name="T79" fmla="*/ 26 h 96"/>
              <a:gd name="T80" fmla="*/ 63 w 84"/>
              <a:gd name="T81" fmla="*/ 26 h 96"/>
              <a:gd name="T82" fmla="*/ 61 w 84"/>
              <a:gd name="T83" fmla="*/ 46 h 96"/>
              <a:gd name="T84" fmla="*/ 63 w 84"/>
              <a:gd name="T85" fmla="*/ 46 h 96"/>
              <a:gd name="T86" fmla="*/ 63 w 84"/>
              <a:gd name="T87" fmla="*/ 50 h 96"/>
              <a:gd name="T88" fmla="*/ 55 w 84"/>
              <a:gd name="T89" fmla="*/ 46 h 96"/>
              <a:gd name="T90" fmla="*/ 52 w 84"/>
              <a:gd name="T91" fmla="*/ 46 h 96"/>
              <a:gd name="T92" fmla="*/ 56 w 84"/>
              <a:gd name="T93" fmla="*/ 35 h 96"/>
              <a:gd name="T94" fmla="*/ 55 w 84"/>
              <a:gd name="T95" fmla="*/ 46 h 96"/>
              <a:gd name="T96" fmla="*/ 43 w 84"/>
              <a:gd name="T97" fmla="*/ 0 h 96"/>
              <a:gd name="T98" fmla="*/ 72 w 84"/>
              <a:gd name="T99" fmla="*/ 12 h 96"/>
              <a:gd name="T100" fmla="*/ 84 w 84"/>
              <a:gd name="T101" fmla="*/ 41 h 96"/>
              <a:gd name="T102" fmla="*/ 72 w 84"/>
              <a:gd name="T103" fmla="*/ 71 h 96"/>
              <a:gd name="T104" fmla="*/ 65 w 84"/>
              <a:gd name="T105" fmla="*/ 76 h 96"/>
              <a:gd name="T106" fmla="*/ 63 w 84"/>
              <a:gd name="T107" fmla="*/ 73 h 96"/>
              <a:gd name="T108" fmla="*/ 59 w 84"/>
              <a:gd name="T109" fmla="*/ 69 h 96"/>
              <a:gd name="T110" fmla="*/ 66 w 84"/>
              <a:gd name="T111" fmla="*/ 64 h 96"/>
              <a:gd name="T112" fmla="*/ 75 w 84"/>
              <a:gd name="T113" fmla="*/ 41 h 96"/>
              <a:gd name="T114" fmla="*/ 66 w 84"/>
              <a:gd name="T115" fmla="*/ 19 h 96"/>
              <a:gd name="T116" fmla="*/ 43 w 84"/>
              <a:gd name="T117" fmla="*/ 10 h 96"/>
              <a:gd name="T118" fmla="*/ 31 w 84"/>
              <a:gd name="T119" fmla="*/ 12 h 96"/>
              <a:gd name="T120" fmla="*/ 29 w 84"/>
              <a:gd name="T121" fmla="*/ 6 h 96"/>
              <a:gd name="T122" fmla="*/ 28 w 84"/>
              <a:gd name="T123" fmla="*/ 3 h 96"/>
              <a:gd name="T124" fmla="*/ 43 w 84"/>
              <a:gd name="T125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4" h="96">
                <a:moveTo>
                  <a:pt x="50" y="92"/>
                </a:moveTo>
                <a:cubicBezTo>
                  <a:pt x="52" y="88"/>
                  <a:pt x="55" y="84"/>
                  <a:pt x="57" y="81"/>
                </a:cubicBezTo>
                <a:cubicBezTo>
                  <a:pt x="58" y="79"/>
                  <a:pt x="58" y="77"/>
                  <a:pt x="56" y="75"/>
                </a:cubicBezTo>
                <a:cubicBezTo>
                  <a:pt x="52" y="71"/>
                  <a:pt x="48" y="67"/>
                  <a:pt x="43" y="63"/>
                </a:cubicBezTo>
                <a:cubicBezTo>
                  <a:pt x="41" y="61"/>
                  <a:pt x="40" y="61"/>
                  <a:pt x="38" y="62"/>
                </a:cubicBezTo>
                <a:cubicBezTo>
                  <a:pt x="35" y="63"/>
                  <a:pt x="33" y="65"/>
                  <a:pt x="30" y="67"/>
                </a:cubicBezTo>
                <a:cubicBezTo>
                  <a:pt x="21" y="53"/>
                  <a:pt x="19" y="45"/>
                  <a:pt x="17" y="35"/>
                </a:cubicBezTo>
                <a:cubicBezTo>
                  <a:pt x="20" y="34"/>
                  <a:pt x="23" y="32"/>
                  <a:pt x="26" y="31"/>
                </a:cubicBezTo>
                <a:cubicBezTo>
                  <a:pt x="27" y="30"/>
                  <a:pt x="28" y="28"/>
                  <a:pt x="27" y="25"/>
                </a:cubicBezTo>
                <a:cubicBezTo>
                  <a:pt x="26" y="20"/>
                  <a:pt x="24" y="14"/>
                  <a:pt x="22" y="8"/>
                </a:cubicBezTo>
                <a:cubicBezTo>
                  <a:pt x="22" y="6"/>
                  <a:pt x="20" y="4"/>
                  <a:pt x="18" y="4"/>
                </a:cubicBezTo>
                <a:cubicBezTo>
                  <a:pt x="14" y="5"/>
                  <a:pt x="9" y="5"/>
                  <a:pt x="4" y="6"/>
                </a:cubicBezTo>
                <a:cubicBezTo>
                  <a:pt x="0" y="6"/>
                  <a:pt x="0" y="7"/>
                  <a:pt x="0" y="10"/>
                </a:cubicBezTo>
                <a:cubicBezTo>
                  <a:pt x="1" y="46"/>
                  <a:pt x="15" y="78"/>
                  <a:pt x="43" y="94"/>
                </a:cubicBezTo>
                <a:cubicBezTo>
                  <a:pt x="46" y="96"/>
                  <a:pt x="47" y="96"/>
                  <a:pt x="50" y="92"/>
                </a:cubicBezTo>
                <a:close/>
                <a:moveTo>
                  <a:pt x="45" y="53"/>
                </a:moveTo>
                <a:cubicBezTo>
                  <a:pt x="32" y="53"/>
                  <a:pt x="32" y="53"/>
                  <a:pt x="32" y="53"/>
                </a:cubicBezTo>
                <a:cubicBezTo>
                  <a:pt x="32" y="50"/>
                  <a:pt x="32" y="50"/>
                  <a:pt x="32" y="50"/>
                </a:cubicBezTo>
                <a:cubicBezTo>
                  <a:pt x="40" y="38"/>
                  <a:pt x="40" y="38"/>
                  <a:pt x="40" y="38"/>
                </a:cubicBezTo>
                <a:cubicBezTo>
                  <a:pt x="41" y="36"/>
                  <a:pt x="42" y="34"/>
                  <a:pt x="42" y="32"/>
                </a:cubicBezTo>
                <a:cubicBezTo>
                  <a:pt x="42" y="31"/>
                  <a:pt x="42" y="30"/>
                  <a:pt x="41" y="30"/>
                </a:cubicBezTo>
                <a:cubicBezTo>
                  <a:pt x="40" y="30"/>
                  <a:pt x="40" y="31"/>
                  <a:pt x="40" y="31"/>
                </a:cubicBezTo>
                <a:cubicBezTo>
                  <a:pt x="39" y="36"/>
                  <a:pt x="39" y="36"/>
                  <a:pt x="39" y="36"/>
                </a:cubicBezTo>
                <a:cubicBezTo>
                  <a:pt x="34" y="36"/>
                  <a:pt x="34" y="36"/>
                  <a:pt x="34" y="36"/>
                </a:cubicBezTo>
                <a:cubicBezTo>
                  <a:pt x="34" y="31"/>
                  <a:pt x="34" y="31"/>
                  <a:pt x="34" y="31"/>
                </a:cubicBezTo>
                <a:cubicBezTo>
                  <a:pt x="35" y="28"/>
                  <a:pt x="37" y="26"/>
                  <a:pt x="42" y="26"/>
                </a:cubicBezTo>
                <a:cubicBezTo>
                  <a:pt x="44" y="26"/>
                  <a:pt x="46" y="27"/>
                  <a:pt x="47" y="28"/>
                </a:cubicBezTo>
                <a:cubicBezTo>
                  <a:pt x="48" y="29"/>
                  <a:pt x="48" y="31"/>
                  <a:pt x="47" y="34"/>
                </a:cubicBezTo>
                <a:cubicBezTo>
                  <a:pt x="47" y="35"/>
                  <a:pt x="47" y="36"/>
                  <a:pt x="47" y="37"/>
                </a:cubicBezTo>
                <a:cubicBezTo>
                  <a:pt x="38" y="50"/>
                  <a:pt x="38" y="50"/>
                  <a:pt x="38" y="50"/>
                </a:cubicBezTo>
                <a:cubicBezTo>
                  <a:pt x="46" y="50"/>
                  <a:pt x="46" y="50"/>
                  <a:pt x="46" y="50"/>
                </a:cubicBezTo>
                <a:cubicBezTo>
                  <a:pt x="45" y="53"/>
                  <a:pt x="45" y="53"/>
                  <a:pt x="45" y="53"/>
                </a:cubicBezTo>
                <a:close/>
                <a:moveTo>
                  <a:pt x="63" y="50"/>
                </a:moveTo>
                <a:cubicBezTo>
                  <a:pt x="60" y="50"/>
                  <a:pt x="60" y="50"/>
                  <a:pt x="60" y="50"/>
                </a:cubicBezTo>
                <a:cubicBezTo>
                  <a:pt x="60" y="53"/>
                  <a:pt x="60" y="53"/>
                  <a:pt x="60" y="53"/>
                </a:cubicBezTo>
                <a:cubicBezTo>
                  <a:pt x="54" y="53"/>
                  <a:pt x="54" y="53"/>
                  <a:pt x="54" y="53"/>
                </a:cubicBezTo>
                <a:cubicBezTo>
                  <a:pt x="54" y="50"/>
                  <a:pt x="54" y="50"/>
                  <a:pt x="54" y="50"/>
                </a:cubicBezTo>
                <a:cubicBezTo>
                  <a:pt x="46" y="50"/>
                  <a:pt x="46" y="50"/>
                  <a:pt x="46" y="50"/>
                </a:cubicBezTo>
                <a:cubicBezTo>
                  <a:pt x="47" y="46"/>
                  <a:pt x="47" y="46"/>
                  <a:pt x="47" y="46"/>
                </a:cubicBezTo>
                <a:cubicBezTo>
                  <a:pt x="55" y="26"/>
                  <a:pt x="55" y="26"/>
                  <a:pt x="55" y="26"/>
                </a:cubicBezTo>
                <a:cubicBezTo>
                  <a:pt x="63" y="26"/>
                  <a:pt x="63" y="26"/>
                  <a:pt x="63" y="26"/>
                </a:cubicBezTo>
                <a:cubicBezTo>
                  <a:pt x="61" y="46"/>
                  <a:pt x="61" y="46"/>
                  <a:pt x="61" y="46"/>
                </a:cubicBezTo>
                <a:cubicBezTo>
                  <a:pt x="63" y="46"/>
                  <a:pt x="63" y="46"/>
                  <a:pt x="63" y="46"/>
                </a:cubicBezTo>
                <a:cubicBezTo>
                  <a:pt x="63" y="50"/>
                  <a:pt x="63" y="50"/>
                  <a:pt x="63" y="50"/>
                </a:cubicBezTo>
                <a:close/>
                <a:moveTo>
                  <a:pt x="55" y="46"/>
                </a:moveTo>
                <a:cubicBezTo>
                  <a:pt x="52" y="46"/>
                  <a:pt x="52" y="46"/>
                  <a:pt x="52" y="46"/>
                </a:cubicBezTo>
                <a:cubicBezTo>
                  <a:pt x="56" y="35"/>
                  <a:pt x="56" y="35"/>
                  <a:pt x="56" y="35"/>
                </a:cubicBezTo>
                <a:cubicBezTo>
                  <a:pt x="55" y="46"/>
                  <a:pt x="55" y="46"/>
                  <a:pt x="55" y="46"/>
                </a:cubicBezTo>
                <a:close/>
                <a:moveTo>
                  <a:pt x="43" y="0"/>
                </a:moveTo>
                <a:cubicBezTo>
                  <a:pt x="54" y="0"/>
                  <a:pt x="65" y="5"/>
                  <a:pt x="72" y="12"/>
                </a:cubicBezTo>
                <a:cubicBezTo>
                  <a:pt x="80" y="20"/>
                  <a:pt x="84" y="30"/>
                  <a:pt x="84" y="41"/>
                </a:cubicBezTo>
                <a:cubicBezTo>
                  <a:pt x="84" y="53"/>
                  <a:pt x="80" y="63"/>
                  <a:pt x="72" y="71"/>
                </a:cubicBezTo>
                <a:cubicBezTo>
                  <a:pt x="70" y="73"/>
                  <a:pt x="68" y="75"/>
                  <a:pt x="65" y="76"/>
                </a:cubicBezTo>
                <a:cubicBezTo>
                  <a:pt x="65" y="75"/>
                  <a:pt x="64" y="74"/>
                  <a:pt x="63" y="73"/>
                </a:cubicBezTo>
                <a:cubicBezTo>
                  <a:pt x="59" y="69"/>
                  <a:pt x="59" y="69"/>
                  <a:pt x="59" y="69"/>
                </a:cubicBezTo>
                <a:cubicBezTo>
                  <a:pt x="61" y="68"/>
                  <a:pt x="64" y="66"/>
                  <a:pt x="66" y="64"/>
                </a:cubicBezTo>
                <a:cubicBezTo>
                  <a:pt x="71" y="58"/>
                  <a:pt x="75" y="50"/>
                  <a:pt x="75" y="41"/>
                </a:cubicBezTo>
                <a:cubicBezTo>
                  <a:pt x="75" y="33"/>
                  <a:pt x="71" y="25"/>
                  <a:pt x="66" y="19"/>
                </a:cubicBezTo>
                <a:cubicBezTo>
                  <a:pt x="60" y="13"/>
                  <a:pt x="52" y="10"/>
                  <a:pt x="43" y="10"/>
                </a:cubicBezTo>
                <a:cubicBezTo>
                  <a:pt x="39" y="10"/>
                  <a:pt x="35" y="11"/>
                  <a:pt x="31" y="12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5"/>
                  <a:pt x="28" y="4"/>
                  <a:pt x="28" y="3"/>
                </a:cubicBezTo>
                <a:cubicBezTo>
                  <a:pt x="33" y="1"/>
                  <a:pt x="38" y="0"/>
                  <a:pt x="43" y="0"/>
                </a:cubicBezTo>
                <a:close/>
              </a:path>
            </a:pathLst>
          </a:custGeom>
          <a:solidFill>
            <a:srgbClr val="F39C1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reeform 125">
            <a:extLst>
              <a:ext uri="{FF2B5EF4-FFF2-40B4-BE49-F238E27FC236}">
                <a16:creationId xmlns:a16="http://schemas.microsoft.com/office/drawing/2014/main" id="{8AB194B1-147E-4743-B022-BD43DA05B9B3}"/>
              </a:ext>
            </a:extLst>
          </p:cNvPr>
          <p:cNvSpPr>
            <a:spLocks noEditPoints="1"/>
          </p:cNvSpPr>
          <p:nvPr/>
        </p:nvSpPr>
        <p:spPr bwMode="auto">
          <a:xfrm>
            <a:off x="1574162" y="2590359"/>
            <a:ext cx="304372" cy="480700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rgbClr val="82B73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reeform 126">
            <a:extLst>
              <a:ext uri="{FF2B5EF4-FFF2-40B4-BE49-F238E27FC236}">
                <a16:creationId xmlns:a16="http://schemas.microsoft.com/office/drawing/2014/main" id="{9957A3FF-54B2-BC47-8D0D-B164BE96FC63}"/>
              </a:ext>
            </a:extLst>
          </p:cNvPr>
          <p:cNvSpPr>
            <a:spLocks noEditPoints="1"/>
          </p:cNvSpPr>
          <p:nvPr/>
        </p:nvSpPr>
        <p:spPr bwMode="auto">
          <a:xfrm>
            <a:off x="1519585" y="1599705"/>
            <a:ext cx="413527" cy="421925"/>
          </a:xfrm>
          <a:custGeom>
            <a:avLst/>
            <a:gdLst>
              <a:gd name="T0" fmla="*/ 87 w 91"/>
              <a:gd name="T1" fmla="*/ 39 h 93"/>
              <a:gd name="T2" fmla="*/ 91 w 91"/>
              <a:gd name="T3" fmla="*/ 46 h 93"/>
              <a:gd name="T4" fmla="*/ 91 w 91"/>
              <a:gd name="T5" fmla="*/ 83 h 93"/>
              <a:gd name="T6" fmla="*/ 81 w 91"/>
              <a:gd name="T7" fmla="*/ 93 h 93"/>
              <a:gd name="T8" fmla="*/ 10 w 91"/>
              <a:gd name="T9" fmla="*/ 93 h 93"/>
              <a:gd name="T10" fmla="*/ 0 w 91"/>
              <a:gd name="T11" fmla="*/ 83 h 93"/>
              <a:gd name="T12" fmla="*/ 0 w 91"/>
              <a:gd name="T13" fmla="*/ 46 h 93"/>
              <a:gd name="T14" fmla="*/ 3 w 91"/>
              <a:gd name="T15" fmla="*/ 40 h 93"/>
              <a:gd name="T16" fmla="*/ 3 w 91"/>
              <a:gd name="T17" fmla="*/ 40 h 93"/>
              <a:gd name="T18" fmla="*/ 3 w 91"/>
              <a:gd name="T19" fmla="*/ 40 h 93"/>
              <a:gd name="T20" fmla="*/ 3 w 91"/>
              <a:gd name="T21" fmla="*/ 39 h 93"/>
              <a:gd name="T22" fmla="*/ 40 w 91"/>
              <a:gd name="T23" fmla="*/ 3 h 93"/>
              <a:gd name="T24" fmla="*/ 51 w 91"/>
              <a:gd name="T25" fmla="*/ 3 h 93"/>
              <a:gd name="T26" fmla="*/ 87 w 91"/>
              <a:gd name="T27" fmla="*/ 39 h 93"/>
              <a:gd name="T28" fmla="*/ 16 w 91"/>
              <a:gd name="T29" fmla="*/ 30 h 93"/>
              <a:gd name="T30" fmla="*/ 16 w 91"/>
              <a:gd name="T31" fmla="*/ 52 h 93"/>
              <a:gd name="T32" fmla="*/ 46 w 91"/>
              <a:gd name="T33" fmla="*/ 75 h 93"/>
              <a:gd name="T34" fmla="*/ 73 w 91"/>
              <a:gd name="T35" fmla="*/ 54 h 93"/>
              <a:gd name="T36" fmla="*/ 73 w 91"/>
              <a:gd name="T37" fmla="*/ 30 h 93"/>
              <a:gd name="T38" fmla="*/ 16 w 91"/>
              <a:gd name="T39" fmla="*/ 30 h 93"/>
              <a:gd name="T40" fmla="*/ 26 w 91"/>
              <a:gd name="T41" fmla="*/ 35 h 93"/>
              <a:gd name="T42" fmla="*/ 26 w 91"/>
              <a:gd name="T43" fmla="*/ 39 h 93"/>
              <a:gd name="T44" fmla="*/ 64 w 91"/>
              <a:gd name="T45" fmla="*/ 39 h 93"/>
              <a:gd name="T46" fmla="*/ 64 w 91"/>
              <a:gd name="T47" fmla="*/ 35 h 93"/>
              <a:gd name="T48" fmla="*/ 26 w 91"/>
              <a:gd name="T49" fmla="*/ 35 h 93"/>
              <a:gd name="T50" fmla="*/ 26 w 91"/>
              <a:gd name="T51" fmla="*/ 51 h 93"/>
              <a:gd name="T52" fmla="*/ 26 w 91"/>
              <a:gd name="T53" fmla="*/ 55 h 93"/>
              <a:gd name="T54" fmla="*/ 64 w 91"/>
              <a:gd name="T55" fmla="*/ 55 h 93"/>
              <a:gd name="T56" fmla="*/ 64 w 91"/>
              <a:gd name="T57" fmla="*/ 51 h 93"/>
              <a:gd name="T58" fmla="*/ 26 w 91"/>
              <a:gd name="T59" fmla="*/ 51 h 93"/>
              <a:gd name="T60" fmla="*/ 26 w 91"/>
              <a:gd name="T61" fmla="*/ 43 h 93"/>
              <a:gd name="T62" fmla="*/ 26 w 91"/>
              <a:gd name="T63" fmla="*/ 47 h 93"/>
              <a:gd name="T64" fmla="*/ 64 w 91"/>
              <a:gd name="T65" fmla="*/ 47 h 93"/>
              <a:gd name="T66" fmla="*/ 64 w 91"/>
              <a:gd name="T67" fmla="*/ 43 h 93"/>
              <a:gd name="T68" fmla="*/ 26 w 91"/>
              <a:gd name="T69" fmla="*/ 43 h 93"/>
              <a:gd name="T70" fmla="*/ 10 w 91"/>
              <a:gd name="T71" fmla="*/ 87 h 93"/>
              <a:gd name="T72" fmla="*/ 28 w 91"/>
              <a:gd name="T73" fmla="*/ 70 h 93"/>
              <a:gd name="T74" fmla="*/ 28 w 91"/>
              <a:gd name="T75" fmla="*/ 67 h 93"/>
              <a:gd name="T76" fmla="*/ 26 w 91"/>
              <a:gd name="T77" fmla="*/ 67 h 93"/>
              <a:gd name="T78" fmla="*/ 8 w 91"/>
              <a:gd name="T79" fmla="*/ 84 h 93"/>
              <a:gd name="T80" fmla="*/ 8 w 91"/>
              <a:gd name="T81" fmla="*/ 87 h 93"/>
              <a:gd name="T82" fmla="*/ 10 w 91"/>
              <a:gd name="T83" fmla="*/ 87 h 93"/>
              <a:gd name="T84" fmla="*/ 85 w 91"/>
              <a:gd name="T85" fmla="*/ 84 h 93"/>
              <a:gd name="T86" fmla="*/ 67 w 91"/>
              <a:gd name="T87" fmla="*/ 67 h 93"/>
              <a:gd name="T88" fmla="*/ 64 w 91"/>
              <a:gd name="T89" fmla="*/ 67 h 93"/>
              <a:gd name="T90" fmla="*/ 64 w 91"/>
              <a:gd name="T91" fmla="*/ 70 h 93"/>
              <a:gd name="T92" fmla="*/ 82 w 91"/>
              <a:gd name="T93" fmla="*/ 87 h 93"/>
              <a:gd name="T94" fmla="*/ 85 w 91"/>
              <a:gd name="T95" fmla="*/ 87 h 93"/>
              <a:gd name="T96" fmla="*/ 85 w 91"/>
              <a:gd name="T97" fmla="*/ 84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91" h="93">
                <a:moveTo>
                  <a:pt x="87" y="39"/>
                </a:moveTo>
                <a:cubicBezTo>
                  <a:pt x="89" y="40"/>
                  <a:pt x="91" y="43"/>
                  <a:pt x="91" y="46"/>
                </a:cubicBezTo>
                <a:cubicBezTo>
                  <a:pt x="91" y="83"/>
                  <a:pt x="91" y="83"/>
                  <a:pt x="91" y="83"/>
                </a:cubicBezTo>
                <a:cubicBezTo>
                  <a:pt x="91" y="89"/>
                  <a:pt x="86" y="93"/>
                  <a:pt x="81" y="93"/>
                </a:cubicBezTo>
                <a:cubicBezTo>
                  <a:pt x="10" y="93"/>
                  <a:pt x="10" y="93"/>
                  <a:pt x="10" y="93"/>
                </a:cubicBezTo>
                <a:cubicBezTo>
                  <a:pt x="5" y="93"/>
                  <a:pt x="0" y="89"/>
                  <a:pt x="0" y="83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1" y="41"/>
                  <a:pt x="3" y="40"/>
                </a:cubicBezTo>
                <a:cubicBezTo>
                  <a:pt x="3" y="40"/>
                  <a:pt x="3" y="40"/>
                  <a:pt x="3" y="40"/>
                </a:cubicBezTo>
                <a:cubicBezTo>
                  <a:pt x="3" y="40"/>
                  <a:pt x="3" y="40"/>
                  <a:pt x="3" y="40"/>
                </a:cubicBezTo>
                <a:cubicBezTo>
                  <a:pt x="3" y="40"/>
                  <a:pt x="3" y="40"/>
                  <a:pt x="3" y="39"/>
                </a:cubicBezTo>
                <a:cubicBezTo>
                  <a:pt x="40" y="3"/>
                  <a:pt x="40" y="3"/>
                  <a:pt x="40" y="3"/>
                </a:cubicBezTo>
                <a:cubicBezTo>
                  <a:pt x="43" y="0"/>
                  <a:pt x="47" y="0"/>
                  <a:pt x="51" y="3"/>
                </a:cubicBezTo>
                <a:cubicBezTo>
                  <a:pt x="87" y="39"/>
                  <a:pt x="87" y="39"/>
                  <a:pt x="87" y="39"/>
                </a:cubicBezTo>
                <a:close/>
                <a:moveTo>
                  <a:pt x="16" y="30"/>
                </a:moveTo>
                <a:cubicBezTo>
                  <a:pt x="16" y="52"/>
                  <a:pt x="16" y="52"/>
                  <a:pt x="16" y="52"/>
                </a:cubicBezTo>
                <a:cubicBezTo>
                  <a:pt x="46" y="75"/>
                  <a:pt x="46" y="75"/>
                  <a:pt x="46" y="75"/>
                </a:cubicBezTo>
                <a:cubicBezTo>
                  <a:pt x="73" y="54"/>
                  <a:pt x="73" y="54"/>
                  <a:pt x="73" y="54"/>
                </a:cubicBezTo>
                <a:cubicBezTo>
                  <a:pt x="73" y="30"/>
                  <a:pt x="73" y="30"/>
                  <a:pt x="73" y="30"/>
                </a:cubicBezTo>
                <a:cubicBezTo>
                  <a:pt x="16" y="30"/>
                  <a:pt x="16" y="30"/>
                  <a:pt x="16" y="30"/>
                </a:cubicBezTo>
                <a:close/>
                <a:moveTo>
                  <a:pt x="26" y="35"/>
                </a:moveTo>
                <a:cubicBezTo>
                  <a:pt x="26" y="39"/>
                  <a:pt x="26" y="39"/>
                  <a:pt x="26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35"/>
                  <a:pt x="64" y="35"/>
                  <a:pt x="64" y="35"/>
                </a:cubicBezTo>
                <a:cubicBezTo>
                  <a:pt x="26" y="35"/>
                  <a:pt x="26" y="35"/>
                  <a:pt x="26" y="35"/>
                </a:cubicBezTo>
                <a:close/>
                <a:moveTo>
                  <a:pt x="26" y="51"/>
                </a:moveTo>
                <a:cubicBezTo>
                  <a:pt x="26" y="55"/>
                  <a:pt x="26" y="55"/>
                  <a:pt x="26" y="55"/>
                </a:cubicBezTo>
                <a:cubicBezTo>
                  <a:pt x="64" y="55"/>
                  <a:pt x="64" y="55"/>
                  <a:pt x="64" y="55"/>
                </a:cubicBezTo>
                <a:cubicBezTo>
                  <a:pt x="64" y="51"/>
                  <a:pt x="64" y="51"/>
                  <a:pt x="64" y="51"/>
                </a:cubicBezTo>
                <a:cubicBezTo>
                  <a:pt x="26" y="51"/>
                  <a:pt x="26" y="51"/>
                  <a:pt x="26" y="51"/>
                </a:cubicBezTo>
                <a:close/>
                <a:moveTo>
                  <a:pt x="26" y="43"/>
                </a:moveTo>
                <a:cubicBezTo>
                  <a:pt x="26" y="47"/>
                  <a:pt x="26" y="47"/>
                  <a:pt x="26" y="47"/>
                </a:cubicBezTo>
                <a:cubicBezTo>
                  <a:pt x="64" y="47"/>
                  <a:pt x="64" y="47"/>
                  <a:pt x="64" y="47"/>
                </a:cubicBezTo>
                <a:cubicBezTo>
                  <a:pt x="64" y="43"/>
                  <a:pt x="64" y="43"/>
                  <a:pt x="64" y="43"/>
                </a:cubicBezTo>
                <a:cubicBezTo>
                  <a:pt x="26" y="43"/>
                  <a:pt x="26" y="43"/>
                  <a:pt x="26" y="43"/>
                </a:cubicBezTo>
                <a:close/>
                <a:moveTo>
                  <a:pt x="10" y="87"/>
                </a:moveTo>
                <a:cubicBezTo>
                  <a:pt x="28" y="70"/>
                  <a:pt x="28" y="70"/>
                  <a:pt x="28" y="70"/>
                </a:cubicBezTo>
                <a:cubicBezTo>
                  <a:pt x="29" y="69"/>
                  <a:pt x="29" y="68"/>
                  <a:pt x="28" y="67"/>
                </a:cubicBezTo>
                <a:cubicBezTo>
                  <a:pt x="28" y="66"/>
                  <a:pt x="27" y="66"/>
                  <a:pt x="26" y="67"/>
                </a:cubicBezTo>
                <a:cubicBezTo>
                  <a:pt x="8" y="84"/>
                  <a:pt x="8" y="84"/>
                  <a:pt x="8" y="84"/>
                </a:cubicBezTo>
                <a:cubicBezTo>
                  <a:pt x="7" y="85"/>
                  <a:pt x="7" y="86"/>
                  <a:pt x="8" y="87"/>
                </a:cubicBezTo>
                <a:cubicBezTo>
                  <a:pt x="8" y="88"/>
                  <a:pt x="10" y="88"/>
                  <a:pt x="10" y="87"/>
                </a:cubicBezTo>
                <a:close/>
                <a:moveTo>
                  <a:pt x="85" y="84"/>
                </a:moveTo>
                <a:cubicBezTo>
                  <a:pt x="67" y="67"/>
                  <a:pt x="67" y="67"/>
                  <a:pt x="67" y="67"/>
                </a:cubicBezTo>
                <a:cubicBezTo>
                  <a:pt x="66" y="66"/>
                  <a:pt x="65" y="66"/>
                  <a:pt x="64" y="67"/>
                </a:cubicBezTo>
                <a:cubicBezTo>
                  <a:pt x="63" y="68"/>
                  <a:pt x="63" y="69"/>
                  <a:pt x="64" y="70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8"/>
                  <a:pt x="84" y="88"/>
                  <a:pt x="85" y="87"/>
                </a:cubicBezTo>
                <a:cubicBezTo>
                  <a:pt x="85" y="86"/>
                  <a:pt x="85" y="85"/>
                  <a:pt x="85" y="84"/>
                </a:cubicBezTo>
                <a:close/>
              </a:path>
            </a:pathLst>
          </a:custGeom>
          <a:solidFill>
            <a:srgbClr val="00A39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Freeform 127">
            <a:extLst>
              <a:ext uri="{FF2B5EF4-FFF2-40B4-BE49-F238E27FC236}">
                <a16:creationId xmlns:a16="http://schemas.microsoft.com/office/drawing/2014/main" id="{E0E6DADB-916B-A045-9BFB-5FECBE62A14E}"/>
              </a:ext>
            </a:extLst>
          </p:cNvPr>
          <p:cNvSpPr>
            <a:spLocks noEditPoints="1"/>
          </p:cNvSpPr>
          <p:nvPr/>
        </p:nvSpPr>
        <p:spPr bwMode="auto">
          <a:xfrm>
            <a:off x="1457660" y="4643037"/>
            <a:ext cx="537376" cy="249797"/>
          </a:xfrm>
          <a:custGeom>
            <a:avLst/>
            <a:gdLst>
              <a:gd name="T0" fmla="*/ 49 w 256"/>
              <a:gd name="T1" fmla="*/ 0 h 119"/>
              <a:gd name="T2" fmla="*/ 49 w 256"/>
              <a:gd name="T3" fmla="*/ 0 h 119"/>
              <a:gd name="T4" fmla="*/ 51 w 256"/>
              <a:gd name="T5" fmla="*/ 0 h 119"/>
              <a:gd name="T6" fmla="*/ 51 w 256"/>
              <a:gd name="T7" fmla="*/ 0 h 119"/>
              <a:gd name="T8" fmla="*/ 151 w 256"/>
              <a:gd name="T9" fmla="*/ 0 h 119"/>
              <a:gd name="T10" fmla="*/ 170 w 256"/>
              <a:gd name="T11" fmla="*/ 22 h 119"/>
              <a:gd name="T12" fmla="*/ 215 w 256"/>
              <a:gd name="T13" fmla="*/ 22 h 119"/>
              <a:gd name="T14" fmla="*/ 256 w 256"/>
              <a:gd name="T15" fmla="*/ 67 h 119"/>
              <a:gd name="T16" fmla="*/ 243 w 256"/>
              <a:gd name="T17" fmla="*/ 67 h 119"/>
              <a:gd name="T18" fmla="*/ 243 w 256"/>
              <a:gd name="T19" fmla="*/ 110 h 119"/>
              <a:gd name="T20" fmla="*/ 243 w 256"/>
              <a:gd name="T21" fmla="*/ 119 h 119"/>
              <a:gd name="T22" fmla="*/ 235 w 256"/>
              <a:gd name="T23" fmla="*/ 119 h 119"/>
              <a:gd name="T24" fmla="*/ 17 w 256"/>
              <a:gd name="T25" fmla="*/ 119 h 119"/>
              <a:gd name="T26" fmla="*/ 10 w 256"/>
              <a:gd name="T27" fmla="*/ 119 h 119"/>
              <a:gd name="T28" fmla="*/ 10 w 256"/>
              <a:gd name="T29" fmla="*/ 110 h 119"/>
              <a:gd name="T30" fmla="*/ 10 w 256"/>
              <a:gd name="T31" fmla="*/ 67 h 119"/>
              <a:gd name="T32" fmla="*/ 6 w 256"/>
              <a:gd name="T33" fmla="*/ 67 h 119"/>
              <a:gd name="T34" fmla="*/ 0 w 256"/>
              <a:gd name="T35" fmla="*/ 54 h 119"/>
              <a:gd name="T36" fmla="*/ 49 w 256"/>
              <a:gd name="T37" fmla="*/ 2 h 119"/>
              <a:gd name="T38" fmla="*/ 49 w 256"/>
              <a:gd name="T39" fmla="*/ 0 h 119"/>
              <a:gd name="T40" fmla="*/ 49 w 256"/>
              <a:gd name="T41" fmla="*/ 0 h 119"/>
              <a:gd name="T42" fmla="*/ 204 w 256"/>
              <a:gd name="T43" fmla="*/ 67 h 119"/>
              <a:gd name="T44" fmla="*/ 204 w 256"/>
              <a:gd name="T45" fmla="*/ 89 h 119"/>
              <a:gd name="T46" fmla="*/ 187 w 256"/>
              <a:gd name="T47" fmla="*/ 89 h 119"/>
              <a:gd name="T48" fmla="*/ 187 w 256"/>
              <a:gd name="T49" fmla="*/ 67 h 119"/>
              <a:gd name="T50" fmla="*/ 170 w 256"/>
              <a:gd name="T51" fmla="*/ 67 h 119"/>
              <a:gd name="T52" fmla="*/ 159 w 256"/>
              <a:gd name="T53" fmla="*/ 54 h 119"/>
              <a:gd name="T54" fmla="*/ 97 w 256"/>
              <a:gd name="T55" fmla="*/ 54 h 119"/>
              <a:gd name="T56" fmla="*/ 60 w 256"/>
              <a:gd name="T57" fmla="*/ 13 h 119"/>
              <a:gd name="T58" fmla="*/ 23 w 256"/>
              <a:gd name="T59" fmla="*/ 52 h 119"/>
              <a:gd name="T60" fmla="*/ 26 w 256"/>
              <a:gd name="T61" fmla="*/ 52 h 119"/>
              <a:gd name="T62" fmla="*/ 26 w 256"/>
              <a:gd name="T63" fmla="*/ 60 h 119"/>
              <a:gd name="T64" fmla="*/ 26 w 256"/>
              <a:gd name="T65" fmla="*/ 101 h 119"/>
              <a:gd name="T66" fmla="*/ 101 w 256"/>
              <a:gd name="T67" fmla="*/ 101 h 119"/>
              <a:gd name="T68" fmla="*/ 101 w 256"/>
              <a:gd name="T69" fmla="*/ 63 h 119"/>
              <a:gd name="T70" fmla="*/ 123 w 256"/>
              <a:gd name="T71" fmla="*/ 63 h 119"/>
              <a:gd name="T72" fmla="*/ 123 w 256"/>
              <a:gd name="T73" fmla="*/ 101 h 119"/>
              <a:gd name="T74" fmla="*/ 228 w 256"/>
              <a:gd name="T75" fmla="*/ 101 h 119"/>
              <a:gd name="T76" fmla="*/ 226 w 256"/>
              <a:gd name="T77" fmla="*/ 67 h 119"/>
              <a:gd name="T78" fmla="*/ 204 w 256"/>
              <a:gd name="T79" fmla="*/ 67 h 119"/>
              <a:gd name="T80" fmla="*/ 204 w 256"/>
              <a:gd name="T81" fmla="*/ 67 h 119"/>
              <a:gd name="T82" fmla="*/ 140 w 256"/>
              <a:gd name="T83" fmla="*/ 65 h 119"/>
              <a:gd name="T84" fmla="*/ 140 w 256"/>
              <a:gd name="T85" fmla="*/ 89 h 119"/>
              <a:gd name="T86" fmla="*/ 157 w 256"/>
              <a:gd name="T87" fmla="*/ 89 h 119"/>
              <a:gd name="T88" fmla="*/ 157 w 256"/>
              <a:gd name="T89" fmla="*/ 65 h 119"/>
              <a:gd name="T90" fmla="*/ 140 w 256"/>
              <a:gd name="T91" fmla="*/ 65 h 119"/>
              <a:gd name="T92" fmla="*/ 140 w 256"/>
              <a:gd name="T93" fmla="*/ 65 h 119"/>
              <a:gd name="T94" fmla="*/ 49 w 256"/>
              <a:gd name="T95" fmla="*/ 65 h 119"/>
              <a:gd name="T96" fmla="*/ 49 w 256"/>
              <a:gd name="T97" fmla="*/ 89 h 119"/>
              <a:gd name="T98" fmla="*/ 66 w 256"/>
              <a:gd name="T99" fmla="*/ 89 h 119"/>
              <a:gd name="T100" fmla="*/ 66 w 256"/>
              <a:gd name="T101" fmla="*/ 65 h 119"/>
              <a:gd name="T102" fmla="*/ 49 w 256"/>
              <a:gd name="T103" fmla="*/ 65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56" h="119">
                <a:moveTo>
                  <a:pt x="49" y="0"/>
                </a:moveTo>
                <a:lnTo>
                  <a:pt x="49" y="0"/>
                </a:lnTo>
                <a:lnTo>
                  <a:pt x="51" y="0"/>
                </a:lnTo>
                <a:lnTo>
                  <a:pt x="51" y="0"/>
                </a:lnTo>
                <a:lnTo>
                  <a:pt x="151" y="0"/>
                </a:lnTo>
                <a:lnTo>
                  <a:pt x="170" y="22"/>
                </a:lnTo>
                <a:lnTo>
                  <a:pt x="215" y="22"/>
                </a:lnTo>
                <a:lnTo>
                  <a:pt x="256" y="67"/>
                </a:lnTo>
                <a:lnTo>
                  <a:pt x="243" y="67"/>
                </a:lnTo>
                <a:lnTo>
                  <a:pt x="243" y="110"/>
                </a:lnTo>
                <a:lnTo>
                  <a:pt x="243" y="119"/>
                </a:lnTo>
                <a:lnTo>
                  <a:pt x="235" y="119"/>
                </a:lnTo>
                <a:lnTo>
                  <a:pt x="17" y="119"/>
                </a:lnTo>
                <a:lnTo>
                  <a:pt x="10" y="119"/>
                </a:lnTo>
                <a:lnTo>
                  <a:pt x="10" y="110"/>
                </a:lnTo>
                <a:lnTo>
                  <a:pt x="10" y="67"/>
                </a:lnTo>
                <a:lnTo>
                  <a:pt x="6" y="67"/>
                </a:lnTo>
                <a:lnTo>
                  <a:pt x="0" y="54"/>
                </a:lnTo>
                <a:lnTo>
                  <a:pt x="49" y="2"/>
                </a:lnTo>
                <a:lnTo>
                  <a:pt x="49" y="0"/>
                </a:lnTo>
                <a:lnTo>
                  <a:pt x="49" y="0"/>
                </a:lnTo>
                <a:close/>
                <a:moveTo>
                  <a:pt x="204" y="67"/>
                </a:moveTo>
                <a:lnTo>
                  <a:pt x="204" y="89"/>
                </a:lnTo>
                <a:lnTo>
                  <a:pt x="187" y="89"/>
                </a:lnTo>
                <a:lnTo>
                  <a:pt x="187" y="67"/>
                </a:lnTo>
                <a:lnTo>
                  <a:pt x="170" y="67"/>
                </a:lnTo>
                <a:lnTo>
                  <a:pt x="159" y="54"/>
                </a:lnTo>
                <a:lnTo>
                  <a:pt x="97" y="54"/>
                </a:lnTo>
                <a:lnTo>
                  <a:pt x="60" y="13"/>
                </a:lnTo>
                <a:lnTo>
                  <a:pt x="23" y="52"/>
                </a:lnTo>
                <a:lnTo>
                  <a:pt x="26" y="52"/>
                </a:lnTo>
                <a:lnTo>
                  <a:pt x="26" y="60"/>
                </a:lnTo>
                <a:lnTo>
                  <a:pt x="26" y="101"/>
                </a:lnTo>
                <a:lnTo>
                  <a:pt x="101" y="101"/>
                </a:lnTo>
                <a:lnTo>
                  <a:pt x="101" y="63"/>
                </a:lnTo>
                <a:lnTo>
                  <a:pt x="123" y="63"/>
                </a:lnTo>
                <a:lnTo>
                  <a:pt x="123" y="101"/>
                </a:lnTo>
                <a:lnTo>
                  <a:pt x="228" y="101"/>
                </a:lnTo>
                <a:lnTo>
                  <a:pt x="226" y="67"/>
                </a:lnTo>
                <a:lnTo>
                  <a:pt x="204" y="67"/>
                </a:lnTo>
                <a:lnTo>
                  <a:pt x="204" y="67"/>
                </a:lnTo>
                <a:close/>
                <a:moveTo>
                  <a:pt x="140" y="65"/>
                </a:moveTo>
                <a:lnTo>
                  <a:pt x="140" y="89"/>
                </a:lnTo>
                <a:lnTo>
                  <a:pt x="157" y="89"/>
                </a:lnTo>
                <a:lnTo>
                  <a:pt x="157" y="65"/>
                </a:lnTo>
                <a:lnTo>
                  <a:pt x="140" y="65"/>
                </a:lnTo>
                <a:lnTo>
                  <a:pt x="140" y="65"/>
                </a:lnTo>
                <a:close/>
                <a:moveTo>
                  <a:pt x="49" y="65"/>
                </a:moveTo>
                <a:lnTo>
                  <a:pt x="49" y="89"/>
                </a:lnTo>
                <a:lnTo>
                  <a:pt x="66" y="89"/>
                </a:lnTo>
                <a:lnTo>
                  <a:pt x="66" y="65"/>
                </a:lnTo>
                <a:lnTo>
                  <a:pt x="49" y="65"/>
                </a:lnTo>
                <a:close/>
              </a:path>
            </a:pathLst>
          </a:custGeom>
          <a:solidFill>
            <a:srgbClr val="E2376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reeform 128">
            <a:extLst>
              <a:ext uri="{FF2B5EF4-FFF2-40B4-BE49-F238E27FC236}">
                <a16:creationId xmlns:a16="http://schemas.microsoft.com/office/drawing/2014/main" id="{F7EDB8EA-E1C3-724D-8106-C5792EDCEEC0}"/>
              </a:ext>
            </a:extLst>
          </p:cNvPr>
          <p:cNvSpPr>
            <a:spLocks noEditPoints="1"/>
          </p:cNvSpPr>
          <p:nvPr/>
        </p:nvSpPr>
        <p:spPr bwMode="auto">
          <a:xfrm>
            <a:off x="1514533" y="5461563"/>
            <a:ext cx="418579" cy="487412"/>
          </a:xfrm>
          <a:custGeom>
            <a:avLst/>
            <a:gdLst>
              <a:gd name="T0" fmla="*/ 233 w 233"/>
              <a:gd name="T1" fmla="*/ 118 h 271"/>
              <a:gd name="T2" fmla="*/ 205 w 233"/>
              <a:gd name="T3" fmla="*/ 262 h 271"/>
              <a:gd name="T4" fmla="*/ 200 w 233"/>
              <a:gd name="T5" fmla="*/ 271 h 271"/>
              <a:gd name="T6" fmla="*/ 175 w 233"/>
              <a:gd name="T7" fmla="*/ 262 h 271"/>
              <a:gd name="T8" fmla="*/ 57 w 233"/>
              <a:gd name="T9" fmla="*/ 271 h 271"/>
              <a:gd name="T10" fmla="*/ 32 w 233"/>
              <a:gd name="T11" fmla="*/ 262 h 271"/>
              <a:gd name="T12" fmla="*/ 0 w 233"/>
              <a:gd name="T13" fmla="*/ 234 h 271"/>
              <a:gd name="T14" fmla="*/ 28 w 233"/>
              <a:gd name="T15" fmla="*/ 90 h 271"/>
              <a:gd name="T16" fmla="*/ 56 w 233"/>
              <a:gd name="T17" fmla="*/ 20 h 271"/>
              <a:gd name="T18" fmla="*/ 122 w 233"/>
              <a:gd name="T19" fmla="*/ 0 h 271"/>
              <a:gd name="T20" fmla="*/ 103 w 233"/>
              <a:gd name="T21" fmla="*/ 65 h 271"/>
              <a:gd name="T22" fmla="*/ 61 w 233"/>
              <a:gd name="T23" fmla="*/ 84 h 271"/>
              <a:gd name="T24" fmla="*/ 43 w 233"/>
              <a:gd name="T25" fmla="*/ 31 h 271"/>
              <a:gd name="T26" fmla="*/ 80 w 233"/>
              <a:gd name="T27" fmla="*/ 137 h 271"/>
              <a:gd name="T28" fmla="*/ 55 w 233"/>
              <a:gd name="T29" fmla="*/ 181 h 271"/>
              <a:gd name="T30" fmla="*/ 80 w 233"/>
              <a:gd name="T31" fmla="*/ 137 h 271"/>
              <a:gd name="T32" fmla="*/ 180 w 233"/>
              <a:gd name="T33" fmla="*/ 126 h 271"/>
              <a:gd name="T34" fmla="*/ 214 w 233"/>
              <a:gd name="T35" fmla="*/ 119 h 271"/>
              <a:gd name="T36" fmla="*/ 196 w 233"/>
              <a:gd name="T37" fmla="*/ 205 h 271"/>
              <a:gd name="T38" fmla="*/ 196 w 233"/>
              <a:gd name="T39" fmla="*/ 225 h 271"/>
              <a:gd name="T40" fmla="*/ 196 w 233"/>
              <a:gd name="T41" fmla="*/ 205 h 271"/>
              <a:gd name="T42" fmla="*/ 187 w 233"/>
              <a:gd name="T43" fmla="*/ 185 h 271"/>
              <a:gd name="T44" fmla="*/ 206 w 233"/>
              <a:gd name="T45" fmla="*/ 185 h 271"/>
              <a:gd name="T46" fmla="*/ 180 w 233"/>
              <a:gd name="T47" fmla="*/ 151 h 271"/>
              <a:gd name="T48" fmla="*/ 214 w 233"/>
              <a:gd name="T49" fmla="*/ 158 h 271"/>
              <a:gd name="T50" fmla="*/ 180 w 233"/>
              <a:gd name="T51" fmla="*/ 151 h 271"/>
              <a:gd name="T52" fmla="*/ 180 w 233"/>
              <a:gd name="T53" fmla="*/ 147 h 271"/>
              <a:gd name="T54" fmla="*/ 214 w 233"/>
              <a:gd name="T55" fmla="*/ 141 h 271"/>
              <a:gd name="T56" fmla="*/ 180 w 233"/>
              <a:gd name="T57" fmla="*/ 130 h 271"/>
              <a:gd name="T58" fmla="*/ 214 w 233"/>
              <a:gd name="T59" fmla="*/ 136 h 271"/>
              <a:gd name="T60" fmla="*/ 180 w 233"/>
              <a:gd name="T61" fmla="*/ 130 h 271"/>
              <a:gd name="T62" fmla="*/ 34 w 233"/>
              <a:gd name="T63" fmla="*/ 159 h 271"/>
              <a:gd name="T64" fmla="*/ 71 w 233"/>
              <a:gd name="T65" fmla="*/ 226 h 271"/>
              <a:gd name="T66" fmla="*/ 170 w 233"/>
              <a:gd name="T67" fmla="*/ 189 h 271"/>
              <a:gd name="T68" fmla="*/ 133 w 233"/>
              <a:gd name="T69" fmla="*/ 122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33" h="271">
                <a:moveTo>
                  <a:pt x="205" y="90"/>
                </a:moveTo>
                <a:cubicBezTo>
                  <a:pt x="221" y="90"/>
                  <a:pt x="233" y="103"/>
                  <a:pt x="233" y="118"/>
                </a:cubicBezTo>
                <a:cubicBezTo>
                  <a:pt x="233" y="234"/>
                  <a:pt x="233" y="234"/>
                  <a:pt x="233" y="234"/>
                </a:cubicBezTo>
                <a:cubicBezTo>
                  <a:pt x="233" y="250"/>
                  <a:pt x="221" y="262"/>
                  <a:pt x="205" y="262"/>
                </a:cubicBezTo>
                <a:cubicBezTo>
                  <a:pt x="200" y="262"/>
                  <a:pt x="200" y="262"/>
                  <a:pt x="200" y="262"/>
                </a:cubicBezTo>
                <a:cubicBezTo>
                  <a:pt x="200" y="271"/>
                  <a:pt x="200" y="271"/>
                  <a:pt x="200" y="271"/>
                </a:cubicBezTo>
                <a:cubicBezTo>
                  <a:pt x="175" y="271"/>
                  <a:pt x="175" y="271"/>
                  <a:pt x="175" y="271"/>
                </a:cubicBezTo>
                <a:cubicBezTo>
                  <a:pt x="175" y="262"/>
                  <a:pt x="175" y="262"/>
                  <a:pt x="175" y="262"/>
                </a:cubicBezTo>
                <a:cubicBezTo>
                  <a:pt x="57" y="262"/>
                  <a:pt x="57" y="262"/>
                  <a:pt x="57" y="262"/>
                </a:cubicBezTo>
                <a:cubicBezTo>
                  <a:pt x="57" y="271"/>
                  <a:pt x="57" y="271"/>
                  <a:pt x="57" y="271"/>
                </a:cubicBezTo>
                <a:cubicBezTo>
                  <a:pt x="32" y="271"/>
                  <a:pt x="32" y="271"/>
                  <a:pt x="32" y="271"/>
                </a:cubicBezTo>
                <a:cubicBezTo>
                  <a:pt x="32" y="262"/>
                  <a:pt x="32" y="262"/>
                  <a:pt x="32" y="262"/>
                </a:cubicBezTo>
                <a:cubicBezTo>
                  <a:pt x="28" y="262"/>
                  <a:pt x="28" y="262"/>
                  <a:pt x="28" y="262"/>
                </a:cubicBezTo>
                <a:cubicBezTo>
                  <a:pt x="13" y="262"/>
                  <a:pt x="0" y="250"/>
                  <a:pt x="0" y="23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03"/>
                  <a:pt x="13" y="90"/>
                  <a:pt x="28" y="90"/>
                </a:cubicBezTo>
                <a:cubicBezTo>
                  <a:pt x="91" y="90"/>
                  <a:pt x="155" y="90"/>
                  <a:pt x="205" y="90"/>
                </a:cubicBezTo>
                <a:close/>
                <a:moveTo>
                  <a:pt x="56" y="20"/>
                </a:moveTo>
                <a:cubicBezTo>
                  <a:pt x="87" y="57"/>
                  <a:pt x="87" y="57"/>
                  <a:pt x="87" y="57"/>
                </a:cubicBezTo>
                <a:cubicBezTo>
                  <a:pt x="122" y="0"/>
                  <a:pt x="122" y="0"/>
                  <a:pt x="122" y="0"/>
                </a:cubicBezTo>
                <a:cubicBezTo>
                  <a:pt x="137" y="9"/>
                  <a:pt x="137" y="9"/>
                  <a:pt x="137" y="9"/>
                </a:cubicBezTo>
                <a:cubicBezTo>
                  <a:pt x="103" y="65"/>
                  <a:pt x="103" y="65"/>
                  <a:pt x="103" y="65"/>
                </a:cubicBezTo>
                <a:cubicBezTo>
                  <a:pt x="110" y="69"/>
                  <a:pt x="114" y="76"/>
                  <a:pt x="116" y="84"/>
                </a:cubicBezTo>
                <a:cubicBezTo>
                  <a:pt x="61" y="84"/>
                  <a:pt x="61" y="84"/>
                  <a:pt x="61" y="84"/>
                </a:cubicBezTo>
                <a:cubicBezTo>
                  <a:pt x="62" y="77"/>
                  <a:pt x="66" y="70"/>
                  <a:pt x="72" y="66"/>
                </a:cubicBezTo>
                <a:cubicBezTo>
                  <a:pt x="43" y="31"/>
                  <a:pt x="43" y="31"/>
                  <a:pt x="43" y="31"/>
                </a:cubicBezTo>
                <a:cubicBezTo>
                  <a:pt x="56" y="20"/>
                  <a:pt x="56" y="20"/>
                  <a:pt x="56" y="20"/>
                </a:cubicBezTo>
                <a:close/>
                <a:moveTo>
                  <a:pt x="80" y="137"/>
                </a:moveTo>
                <a:cubicBezTo>
                  <a:pt x="71" y="132"/>
                  <a:pt x="58" y="137"/>
                  <a:pt x="51" y="149"/>
                </a:cubicBezTo>
                <a:cubicBezTo>
                  <a:pt x="44" y="161"/>
                  <a:pt x="46" y="175"/>
                  <a:pt x="55" y="181"/>
                </a:cubicBezTo>
                <a:cubicBezTo>
                  <a:pt x="64" y="186"/>
                  <a:pt x="69" y="175"/>
                  <a:pt x="76" y="163"/>
                </a:cubicBezTo>
                <a:cubicBezTo>
                  <a:pt x="83" y="151"/>
                  <a:pt x="89" y="142"/>
                  <a:pt x="80" y="137"/>
                </a:cubicBezTo>
                <a:close/>
                <a:moveTo>
                  <a:pt x="180" y="119"/>
                </a:moveTo>
                <a:cubicBezTo>
                  <a:pt x="180" y="126"/>
                  <a:pt x="180" y="126"/>
                  <a:pt x="180" y="126"/>
                </a:cubicBezTo>
                <a:cubicBezTo>
                  <a:pt x="214" y="126"/>
                  <a:pt x="214" y="126"/>
                  <a:pt x="214" y="126"/>
                </a:cubicBezTo>
                <a:cubicBezTo>
                  <a:pt x="214" y="119"/>
                  <a:pt x="214" y="119"/>
                  <a:pt x="214" y="119"/>
                </a:cubicBezTo>
                <a:cubicBezTo>
                  <a:pt x="180" y="119"/>
                  <a:pt x="180" y="119"/>
                  <a:pt x="180" y="119"/>
                </a:cubicBezTo>
                <a:close/>
                <a:moveTo>
                  <a:pt x="196" y="205"/>
                </a:moveTo>
                <a:cubicBezTo>
                  <a:pt x="191" y="205"/>
                  <a:pt x="187" y="210"/>
                  <a:pt x="187" y="215"/>
                </a:cubicBezTo>
                <a:cubicBezTo>
                  <a:pt x="187" y="220"/>
                  <a:pt x="191" y="225"/>
                  <a:pt x="196" y="225"/>
                </a:cubicBezTo>
                <a:cubicBezTo>
                  <a:pt x="202" y="225"/>
                  <a:pt x="206" y="220"/>
                  <a:pt x="206" y="215"/>
                </a:cubicBezTo>
                <a:cubicBezTo>
                  <a:pt x="206" y="210"/>
                  <a:pt x="202" y="205"/>
                  <a:pt x="196" y="205"/>
                </a:cubicBezTo>
                <a:close/>
                <a:moveTo>
                  <a:pt x="196" y="176"/>
                </a:moveTo>
                <a:cubicBezTo>
                  <a:pt x="191" y="176"/>
                  <a:pt x="187" y="180"/>
                  <a:pt x="187" y="185"/>
                </a:cubicBezTo>
                <a:cubicBezTo>
                  <a:pt x="187" y="191"/>
                  <a:pt x="191" y="195"/>
                  <a:pt x="196" y="195"/>
                </a:cubicBezTo>
                <a:cubicBezTo>
                  <a:pt x="202" y="195"/>
                  <a:pt x="206" y="191"/>
                  <a:pt x="206" y="185"/>
                </a:cubicBezTo>
                <a:cubicBezTo>
                  <a:pt x="206" y="180"/>
                  <a:pt x="202" y="176"/>
                  <a:pt x="196" y="176"/>
                </a:cubicBezTo>
                <a:close/>
                <a:moveTo>
                  <a:pt x="180" y="151"/>
                </a:moveTo>
                <a:cubicBezTo>
                  <a:pt x="180" y="158"/>
                  <a:pt x="180" y="158"/>
                  <a:pt x="180" y="158"/>
                </a:cubicBezTo>
                <a:cubicBezTo>
                  <a:pt x="214" y="158"/>
                  <a:pt x="214" y="158"/>
                  <a:pt x="214" y="158"/>
                </a:cubicBezTo>
                <a:cubicBezTo>
                  <a:pt x="214" y="151"/>
                  <a:pt x="214" y="151"/>
                  <a:pt x="214" y="151"/>
                </a:cubicBezTo>
                <a:cubicBezTo>
                  <a:pt x="180" y="151"/>
                  <a:pt x="180" y="151"/>
                  <a:pt x="180" y="151"/>
                </a:cubicBezTo>
                <a:close/>
                <a:moveTo>
                  <a:pt x="180" y="141"/>
                </a:moveTo>
                <a:cubicBezTo>
                  <a:pt x="180" y="147"/>
                  <a:pt x="180" y="147"/>
                  <a:pt x="180" y="147"/>
                </a:cubicBezTo>
                <a:cubicBezTo>
                  <a:pt x="214" y="147"/>
                  <a:pt x="214" y="147"/>
                  <a:pt x="214" y="147"/>
                </a:cubicBezTo>
                <a:cubicBezTo>
                  <a:pt x="214" y="141"/>
                  <a:pt x="214" y="141"/>
                  <a:pt x="214" y="141"/>
                </a:cubicBezTo>
                <a:cubicBezTo>
                  <a:pt x="180" y="141"/>
                  <a:pt x="180" y="141"/>
                  <a:pt x="180" y="141"/>
                </a:cubicBezTo>
                <a:close/>
                <a:moveTo>
                  <a:pt x="180" y="130"/>
                </a:moveTo>
                <a:cubicBezTo>
                  <a:pt x="180" y="136"/>
                  <a:pt x="180" y="136"/>
                  <a:pt x="180" y="136"/>
                </a:cubicBezTo>
                <a:cubicBezTo>
                  <a:pt x="214" y="136"/>
                  <a:pt x="214" y="136"/>
                  <a:pt x="214" y="136"/>
                </a:cubicBezTo>
                <a:cubicBezTo>
                  <a:pt x="214" y="130"/>
                  <a:pt x="214" y="130"/>
                  <a:pt x="214" y="130"/>
                </a:cubicBezTo>
                <a:cubicBezTo>
                  <a:pt x="180" y="130"/>
                  <a:pt x="180" y="130"/>
                  <a:pt x="180" y="130"/>
                </a:cubicBezTo>
                <a:close/>
                <a:moveTo>
                  <a:pt x="71" y="122"/>
                </a:moveTo>
                <a:cubicBezTo>
                  <a:pt x="51" y="122"/>
                  <a:pt x="34" y="139"/>
                  <a:pt x="34" y="159"/>
                </a:cubicBezTo>
                <a:cubicBezTo>
                  <a:pt x="34" y="189"/>
                  <a:pt x="34" y="189"/>
                  <a:pt x="34" y="189"/>
                </a:cubicBezTo>
                <a:cubicBezTo>
                  <a:pt x="34" y="210"/>
                  <a:pt x="51" y="226"/>
                  <a:pt x="71" y="226"/>
                </a:cubicBezTo>
                <a:cubicBezTo>
                  <a:pt x="133" y="226"/>
                  <a:pt x="133" y="226"/>
                  <a:pt x="133" y="226"/>
                </a:cubicBezTo>
                <a:cubicBezTo>
                  <a:pt x="153" y="226"/>
                  <a:pt x="170" y="210"/>
                  <a:pt x="170" y="189"/>
                </a:cubicBezTo>
                <a:cubicBezTo>
                  <a:pt x="170" y="159"/>
                  <a:pt x="170" y="159"/>
                  <a:pt x="170" y="159"/>
                </a:cubicBezTo>
                <a:cubicBezTo>
                  <a:pt x="170" y="139"/>
                  <a:pt x="153" y="122"/>
                  <a:pt x="133" y="122"/>
                </a:cubicBezTo>
                <a:lnTo>
                  <a:pt x="71" y="122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" name="Group 163">
            <a:extLst>
              <a:ext uri="{FF2B5EF4-FFF2-40B4-BE49-F238E27FC236}">
                <a16:creationId xmlns:a16="http://schemas.microsoft.com/office/drawing/2014/main" id="{888348A4-684B-2A4B-AD2A-8EE43F7AF680}"/>
              </a:ext>
            </a:extLst>
          </p:cNvPr>
          <p:cNvGrpSpPr/>
          <p:nvPr/>
        </p:nvGrpSpPr>
        <p:grpSpPr>
          <a:xfrm>
            <a:off x="2100868" y="1412076"/>
            <a:ext cx="4571395" cy="1166514"/>
            <a:chOff x="2668905" y="5001638"/>
            <a:chExt cx="2492990" cy="1166514"/>
          </a:xfrm>
        </p:grpSpPr>
        <p:sp>
          <p:nvSpPr>
            <p:cNvPr id="10" name="TextBox 148">
              <a:extLst>
                <a:ext uri="{FF2B5EF4-FFF2-40B4-BE49-F238E27FC236}">
                  <a16:creationId xmlns:a16="http://schemas.microsoft.com/office/drawing/2014/main" id="{20EFE19B-EF94-E54D-9D51-92B44955451E}"/>
                </a:ext>
              </a:extLst>
            </p:cNvPr>
            <p:cNvSpPr txBox="1"/>
            <p:nvPr/>
          </p:nvSpPr>
          <p:spPr>
            <a:xfrm>
              <a:off x="2668905" y="5001638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集中力量优化核心产品</a:t>
              </a:r>
              <a:endParaRPr lang="en-GB" sz="1800" b="1" dirty="0">
                <a:solidFill>
                  <a:srgbClr val="5C5C5C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Rectangle 162">
              <a:extLst>
                <a:ext uri="{FF2B5EF4-FFF2-40B4-BE49-F238E27FC236}">
                  <a16:creationId xmlns:a16="http://schemas.microsoft.com/office/drawing/2014/main" id="{166BB17A-7093-4949-82F0-F3794279AF78}"/>
                </a:ext>
              </a:extLst>
            </p:cNvPr>
            <p:cNvSpPr/>
            <p:nvPr/>
          </p:nvSpPr>
          <p:spPr>
            <a:xfrm>
              <a:off x="2668905" y="5337155"/>
              <a:ext cx="2389621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多角度</a:t>
              </a:r>
              <a:r>
                <a:rPr lang="zh-CN" altLang="en-GB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评估</a:t>
              </a:r>
              <a:r>
                <a:rPr lang="zh-CN" altLang="en-US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核心产品，有计划进行优化或重构</a:t>
              </a:r>
              <a:endParaRPr lang="en-US" altLang="zh-CN" sz="1600" dirty="0">
                <a:solidFill>
                  <a:srgbClr val="5C5C5C"/>
                </a:solidFill>
                <a:ea typeface="+mn-ea"/>
                <a:cs typeface="Arial" panose="020B0604020202020204" pitchFamily="34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使产品达到质的变化</a:t>
              </a:r>
              <a:endParaRPr lang="en-GB" sz="1600" dirty="0">
                <a:solidFill>
                  <a:srgbClr val="5C5C5C"/>
                </a:solidFill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164">
            <a:extLst>
              <a:ext uri="{FF2B5EF4-FFF2-40B4-BE49-F238E27FC236}">
                <a16:creationId xmlns:a16="http://schemas.microsoft.com/office/drawing/2014/main" id="{B52129A8-4AEC-A04E-8560-52796ECE676F}"/>
              </a:ext>
            </a:extLst>
          </p:cNvPr>
          <p:cNvGrpSpPr/>
          <p:nvPr/>
        </p:nvGrpSpPr>
        <p:grpSpPr>
          <a:xfrm>
            <a:off x="2100869" y="2432118"/>
            <a:ext cx="4355296" cy="920292"/>
            <a:chOff x="2668905" y="5001638"/>
            <a:chExt cx="2389621" cy="920292"/>
          </a:xfrm>
        </p:grpSpPr>
        <p:sp>
          <p:nvSpPr>
            <p:cNvPr id="13" name="TextBox 165">
              <a:extLst>
                <a:ext uri="{FF2B5EF4-FFF2-40B4-BE49-F238E27FC236}">
                  <a16:creationId xmlns:a16="http://schemas.microsoft.com/office/drawing/2014/main" id="{E15060E8-F2E8-F045-931C-4424D464DA97}"/>
                </a:ext>
              </a:extLst>
            </p:cNvPr>
            <p:cNvSpPr txBox="1"/>
            <p:nvPr/>
          </p:nvSpPr>
          <p:spPr>
            <a:xfrm>
              <a:off x="2668905" y="5001638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加快</a:t>
              </a:r>
              <a:r>
                <a:rPr lang="en-US" altLang="zh-CN" sz="1800" b="1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AI</a:t>
              </a:r>
              <a:r>
                <a:rPr lang="zh-CN" altLang="en-US" sz="1800" b="1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的场景落地</a:t>
              </a:r>
              <a:endParaRPr lang="en-GB" sz="1800" b="1" dirty="0">
                <a:solidFill>
                  <a:srgbClr val="5C5C5C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" name="Rectangle 166">
              <a:extLst>
                <a:ext uri="{FF2B5EF4-FFF2-40B4-BE49-F238E27FC236}">
                  <a16:creationId xmlns:a16="http://schemas.microsoft.com/office/drawing/2014/main" id="{C3271600-410D-AC45-B221-1A96F6FF302E}"/>
                </a:ext>
              </a:extLst>
            </p:cNvPr>
            <p:cNvSpPr/>
            <p:nvPr/>
          </p:nvSpPr>
          <p:spPr>
            <a:xfrm>
              <a:off x="2668905" y="5337155"/>
              <a:ext cx="238962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GB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研发</a:t>
              </a:r>
              <a:r>
                <a:rPr lang="en-US" altLang="zh-CN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OCR</a:t>
              </a:r>
              <a:r>
                <a:rPr lang="zh-CN" altLang="en-US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产品，实现服务营销方式</a:t>
              </a:r>
              <a:endParaRPr lang="en-US" altLang="zh-CN" sz="1600" dirty="0">
                <a:solidFill>
                  <a:srgbClr val="5C5C5C"/>
                </a:solidFill>
                <a:ea typeface="+mn-ea"/>
                <a:cs typeface="Arial" panose="020B0604020202020204" pitchFamily="34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GB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加快</a:t>
              </a:r>
              <a:r>
                <a:rPr lang="en-US" altLang="zh-CN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AI</a:t>
              </a:r>
              <a:r>
                <a:rPr lang="zh-CN" altLang="en-US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与业务结合落地，树立旗帜案例</a:t>
              </a:r>
              <a:endParaRPr lang="en-GB" sz="1600" dirty="0">
                <a:solidFill>
                  <a:srgbClr val="5C5C5C"/>
                </a:solidFill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167">
            <a:extLst>
              <a:ext uri="{FF2B5EF4-FFF2-40B4-BE49-F238E27FC236}">
                <a16:creationId xmlns:a16="http://schemas.microsoft.com/office/drawing/2014/main" id="{76CC04E0-3A8F-9D48-BD9D-DD7F1A5B21B5}"/>
              </a:ext>
            </a:extLst>
          </p:cNvPr>
          <p:cNvGrpSpPr/>
          <p:nvPr/>
        </p:nvGrpSpPr>
        <p:grpSpPr>
          <a:xfrm>
            <a:off x="2100869" y="3458457"/>
            <a:ext cx="4571395" cy="920292"/>
            <a:chOff x="2668905" y="5001638"/>
            <a:chExt cx="2389621" cy="920292"/>
          </a:xfrm>
        </p:grpSpPr>
        <p:sp>
          <p:nvSpPr>
            <p:cNvPr id="16" name="TextBox 168">
              <a:extLst>
                <a:ext uri="{FF2B5EF4-FFF2-40B4-BE49-F238E27FC236}">
                  <a16:creationId xmlns:a16="http://schemas.microsoft.com/office/drawing/2014/main" id="{7E6D6170-607E-2845-B532-A8D6B15E2FE1}"/>
                </a:ext>
              </a:extLst>
            </p:cNvPr>
            <p:cNvSpPr txBox="1"/>
            <p:nvPr/>
          </p:nvSpPr>
          <p:spPr>
            <a:xfrm>
              <a:off x="2668905" y="5001638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GB" sz="1800" b="1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快速</a:t>
              </a:r>
              <a:r>
                <a:rPr lang="zh-CN" altLang="en-US" sz="1800" b="1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推出创新产品</a:t>
              </a:r>
              <a:endParaRPr lang="en-GB" sz="1800" b="1" dirty="0">
                <a:solidFill>
                  <a:srgbClr val="5C5C5C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" name="Rectangle 169">
              <a:extLst>
                <a:ext uri="{FF2B5EF4-FFF2-40B4-BE49-F238E27FC236}">
                  <a16:creationId xmlns:a16="http://schemas.microsoft.com/office/drawing/2014/main" id="{282B51EC-0DD8-B94F-BDB9-E22C74AA6581}"/>
                </a:ext>
              </a:extLst>
            </p:cNvPr>
            <p:cNvSpPr/>
            <p:nvPr/>
          </p:nvSpPr>
          <p:spPr>
            <a:xfrm>
              <a:off x="2668905" y="5337155"/>
              <a:ext cx="238962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GB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快速</a:t>
              </a:r>
              <a:r>
                <a:rPr lang="zh-CN" altLang="en-US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推出</a:t>
              </a:r>
              <a:r>
                <a:rPr lang="en-US" altLang="zh-CN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SLC</a:t>
              </a:r>
              <a:r>
                <a:rPr lang="zh-CN" altLang="en-US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、</a:t>
              </a:r>
              <a:r>
                <a:rPr lang="en-US" altLang="zh-CN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SAU</a:t>
              </a:r>
              <a:r>
                <a:rPr lang="zh-CN" altLang="en-US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、</a:t>
              </a:r>
              <a:r>
                <a:rPr lang="en-US" altLang="zh-CN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QC-ITP</a:t>
              </a:r>
              <a:r>
                <a:rPr lang="zh-CN" altLang="en-US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产品</a:t>
              </a:r>
              <a:endParaRPr lang="en-US" altLang="zh-CN" sz="1600" dirty="0">
                <a:solidFill>
                  <a:srgbClr val="5C5C5C"/>
                </a:solidFill>
                <a:ea typeface="+mn-ea"/>
                <a:cs typeface="Arial" panose="020B0604020202020204" pitchFamily="34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根据市场需求，快速研发新产品</a:t>
              </a:r>
              <a:endParaRPr lang="en-GB" sz="1600" dirty="0">
                <a:solidFill>
                  <a:srgbClr val="5C5C5C"/>
                </a:solidFill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70">
            <a:extLst>
              <a:ext uri="{FF2B5EF4-FFF2-40B4-BE49-F238E27FC236}">
                <a16:creationId xmlns:a16="http://schemas.microsoft.com/office/drawing/2014/main" id="{744779D3-B5AE-8F4A-AEBD-2F9D26A57ED6}"/>
              </a:ext>
            </a:extLst>
          </p:cNvPr>
          <p:cNvGrpSpPr/>
          <p:nvPr/>
        </p:nvGrpSpPr>
        <p:grpSpPr>
          <a:xfrm>
            <a:off x="2100869" y="4369344"/>
            <a:ext cx="4427329" cy="920292"/>
            <a:chOff x="2668905" y="5001638"/>
            <a:chExt cx="3064676" cy="920292"/>
          </a:xfrm>
        </p:grpSpPr>
        <p:sp>
          <p:nvSpPr>
            <p:cNvPr id="19" name="TextBox 171">
              <a:extLst>
                <a:ext uri="{FF2B5EF4-FFF2-40B4-BE49-F238E27FC236}">
                  <a16:creationId xmlns:a16="http://schemas.microsoft.com/office/drawing/2014/main" id="{0CE1A595-53E3-F543-BB07-7BCE17D29669}"/>
                </a:ext>
              </a:extLst>
            </p:cNvPr>
            <p:cNvSpPr txBox="1"/>
            <p:nvPr/>
          </p:nvSpPr>
          <p:spPr>
            <a:xfrm>
              <a:off x="2668905" y="5001638"/>
              <a:ext cx="1896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b="1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赛姬框架实现全公司推广</a:t>
              </a:r>
              <a:endParaRPr lang="en-GB" sz="1800" b="1" dirty="0">
                <a:solidFill>
                  <a:srgbClr val="5C5C5C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" name="Rectangle 172">
              <a:extLst>
                <a:ext uri="{FF2B5EF4-FFF2-40B4-BE49-F238E27FC236}">
                  <a16:creationId xmlns:a16="http://schemas.microsoft.com/office/drawing/2014/main" id="{9E8E5161-A9AB-2C4B-BF7F-7942FB677C2E}"/>
                </a:ext>
              </a:extLst>
            </p:cNvPr>
            <p:cNvSpPr/>
            <p:nvPr/>
          </p:nvSpPr>
          <p:spPr>
            <a:xfrm>
              <a:off x="2668905" y="5337155"/>
              <a:ext cx="3064676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GB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让</a:t>
              </a:r>
              <a:r>
                <a:rPr lang="zh-CN" altLang="en-US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赛姬框架从研发中心到全公司，实现快速开发，公司级技术路线统一</a:t>
              </a:r>
              <a:endParaRPr lang="en-GB" sz="1600" dirty="0">
                <a:solidFill>
                  <a:srgbClr val="5C5C5C"/>
                </a:solidFill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173">
            <a:extLst>
              <a:ext uri="{FF2B5EF4-FFF2-40B4-BE49-F238E27FC236}">
                <a16:creationId xmlns:a16="http://schemas.microsoft.com/office/drawing/2014/main" id="{F1A059DA-3DCF-1D4B-A6FF-FCEAB80F7851}"/>
              </a:ext>
            </a:extLst>
          </p:cNvPr>
          <p:cNvGrpSpPr/>
          <p:nvPr/>
        </p:nvGrpSpPr>
        <p:grpSpPr>
          <a:xfrm>
            <a:off x="2100869" y="5306678"/>
            <a:ext cx="4859527" cy="920292"/>
            <a:chOff x="2668905" y="5001638"/>
            <a:chExt cx="2389621" cy="920292"/>
          </a:xfrm>
        </p:grpSpPr>
        <p:sp>
          <p:nvSpPr>
            <p:cNvPr id="22" name="TextBox 174">
              <a:extLst>
                <a:ext uri="{FF2B5EF4-FFF2-40B4-BE49-F238E27FC236}">
                  <a16:creationId xmlns:a16="http://schemas.microsoft.com/office/drawing/2014/main" id="{07429524-FC27-D342-9885-3420C5EDA56C}"/>
                </a:ext>
              </a:extLst>
            </p:cNvPr>
            <p:cNvSpPr txBox="1"/>
            <p:nvPr/>
          </p:nvSpPr>
          <p:spPr>
            <a:xfrm>
              <a:off x="2668905" y="5001638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将好的措施规范化</a:t>
              </a:r>
              <a:endParaRPr lang="en-GB" sz="1800" b="1" dirty="0">
                <a:solidFill>
                  <a:srgbClr val="5C5C5C"/>
                </a:solidFill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3" name="Rectangle 175">
              <a:extLst>
                <a:ext uri="{FF2B5EF4-FFF2-40B4-BE49-F238E27FC236}">
                  <a16:creationId xmlns:a16="http://schemas.microsoft.com/office/drawing/2014/main" id="{91529E00-9116-A54E-AEB8-C4BED4253646}"/>
                </a:ext>
              </a:extLst>
            </p:cNvPr>
            <p:cNvSpPr/>
            <p:nvPr/>
          </p:nvSpPr>
          <p:spPr>
            <a:xfrm>
              <a:off x="2668905" y="5337155"/>
              <a:ext cx="238962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GB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在</a:t>
              </a:r>
              <a:r>
                <a:rPr lang="zh-CN" altLang="en-US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过程中，继续提炼好的措施，形成规范</a:t>
              </a:r>
              <a:endParaRPr lang="en-US" altLang="zh-CN" sz="1600" dirty="0">
                <a:solidFill>
                  <a:srgbClr val="5C5C5C"/>
                </a:solidFill>
                <a:ea typeface="+mn-ea"/>
                <a:cs typeface="Arial" panose="020B0604020202020204" pitchFamily="34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600" dirty="0">
                  <a:solidFill>
                    <a:srgbClr val="5C5C5C"/>
                  </a:solidFill>
                  <a:ea typeface="+mn-ea"/>
                  <a:cs typeface="Arial" panose="020B0604020202020204" pitchFamily="34" charset="0"/>
                </a:rPr>
                <a:t>在规范的执行过程中，持续优化</a:t>
              </a:r>
              <a:endParaRPr lang="en-US" altLang="zh-CN" sz="1600" dirty="0">
                <a:solidFill>
                  <a:srgbClr val="5C5C5C"/>
                </a:solidFill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3">
            <a:extLst>
              <a:ext uri="{FF2B5EF4-FFF2-40B4-BE49-F238E27FC236}">
                <a16:creationId xmlns:a16="http://schemas.microsoft.com/office/drawing/2014/main" id="{2CBE8CC5-BF08-9647-A236-C88B34A5F0E4}"/>
              </a:ext>
            </a:extLst>
          </p:cNvPr>
          <p:cNvGrpSpPr/>
          <p:nvPr/>
        </p:nvGrpSpPr>
        <p:grpSpPr>
          <a:xfrm>
            <a:off x="6600231" y="1725620"/>
            <a:ext cx="5098574" cy="4165478"/>
            <a:chOff x="5219709" y="1650283"/>
            <a:chExt cx="6046898" cy="4935733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CF850384-5099-A743-88C7-98A496D67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344" y="4895070"/>
              <a:ext cx="1470504" cy="1167622"/>
            </a:xfrm>
            <a:custGeom>
              <a:avLst/>
              <a:gdLst>
                <a:gd name="T0" fmla="*/ 818 w 1641"/>
                <a:gd name="T1" fmla="*/ 0 h 1303"/>
                <a:gd name="T2" fmla="*/ 0 w 1641"/>
                <a:gd name="T3" fmla="*/ 1303 h 1303"/>
                <a:gd name="T4" fmla="*/ 1641 w 1641"/>
                <a:gd name="T5" fmla="*/ 1007 h 1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1" h="1303">
                  <a:moveTo>
                    <a:pt x="818" y="0"/>
                  </a:moveTo>
                  <a:lnTo>
                    <a:pt x="0" y="1303"/>
                  </a:lnTo>
                  <a:lnTo>
                    <a:pt x="1641" y="1007"/>
                  </a:lnTo>
                </a:path>
              </a:pathLst>
            </a:cu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33E42BB6-2632-F443-A041-9F2F38786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794" y="5797446"/>
              <a:ext cx="733908" cy="633545"/>
            </a:xfrm>
            <a:custGeom>
              <a:avLst/>
              <a:gdLst>
                <a:gd name="T0" fmla="*/ 0 w 819"/>
                <a:gd name="T1" fmla="*/ 707 h 707"/>
                <a:gd name="T2" fmla="*/ 819 w 819"/>
                <a:gd name="T3" fmla="*/ 0 h 707"/>
                <a:gd name="T4" fmla="*/ 819 w 819"/>
                <a:gd name="T5" fmla="*/ 0 h 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9" h="707">
                  <a:moveTo>
                    <a:pt x="0" y="707"/>
                  </a:moveTo>
                  <a:lnTo>
                    <a:pt x="819" y="0"/>
                  </a:lnTo>
                  <a:lnTo>
                    <a:pt x="819" y="0"/>
                  </a:lnTo>
                </a:path>
              </a:pathLst>
            </a:cu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DD05AF94-9213-C543-8710-EF5D6BF8E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4286" y="1863555"/>
              <a:ext cx="1790412" cy="1106687"/>
            </a:xfrm>
            <a:custGeom>
              <a:avLst/>
              <a:gdLst>
                <a:gd name="T0" fmla="*/ 0 w 1998"/>
                <a:gd name="T1" fmla="*/ 949 h 1235"/>
                <a:gd name="T2" fmla="*/ 551 w 1998"/>
                <a:gd name="T3" fmla="*/ 0 h 1235"/>
                <a:gd name="T4" fmla="*/ 804 w 1998"/>
                <a:gd name="T5" fmla="*/ 795 h 1235"/>
                <a:gd name="T6" fmla="*/ 1998 w 1998"/>
                <a:gd name="T7" fmla="*/ 542 h 1235"/>
                <a:gd name="T8" fmla="*/ 1998 w 1998"/>
                <a:gd name="T9" fmla="*/ 1235 h 1235"/>
                <a:gd name="T10" fmla="*/ 804 w 1998"/>
                <a:gd name="T11" fmla="*/ 795 h 1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98" h="1235">
                  <a:moveTo>
                    <a:pt x="0" y="949"/>
                  </a:moveTo>
                  <a:lnTo>
                    <a:pt x="551" y="0"/>
                  </a:lnTo>
                  <a:lnTo>
                    <a:pt x="804" y="795"/>
                  </a:lnTo>
                  <a:lnTo>
                    <a:pt x="1998" y="542"/>
                  </a:lnTo>
                  <a:lnTo>
                    <a:pt x="1998" y="1235"/>
                  </a:lnTo>
                  <a:lnTo>
                    <a:pt x="804" y="795"/>
                  </a:lnTo>
                </a:path>
              </a:pathLst>
            </a:cu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A692BCF5-41BB-2642-838E-ACA342C8A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3864" y="1756023"/>
              <a:ext cx="1894360" cy="919401"/>
            </a:xfrm>
            <a:custGeom>
              <a:avLst/>
              <a:gdLst>
                <a:gd name="T0" fmla="*/ 0 w 2114"/>
                <a:gd name="T1" fmla="*/ 0 h 1026"/>
                <a:gd name="T2" fmla="*/ 327 w 2114"/>
                <a:gd name="T3" fmla="*/ 1026 h 1026"/>
                <a:gd name="T4" fmla="*/ 2114 w 2114"/>
                <a:gd name="T5" fmla="*/ 563 h 1026"/>
                <a:gd name="T6" fmla="*/ 0 w 2114"/>
                <a:gd name="T7" fmla="*/ 0 h 1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14" h="1026">
                  <a:moveTo>
                    <a:pt x="0" y="0"/>
                  </a:moveTo>
                  <a:lnTo>
                    <a:pt x="327" y="1026"/>
                  </a:lnTo>
                  <a:lnTo>
                    <a:pt x="2114" y="56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AC0A6957-BCDE-354B-9DE6-434FE7328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6170" y="5500836"/>
              <a:ext cx="1220491" cy="1002739"/>
            </a:xfrm>
            <a:custGeom>
              <a:avLst/>
              <a:gdLst>
                <a:gd name="T0" fmla="*/ 0 w 1362"/>
                <a:gd name="T1" fmla="*/ 331 h 1119"/>
                <a:gd name="T2" fmla="*/ 1362 w 1362"/>
                <a:gd name="T3" fmla="*/ 1119 h 1119"/>
                <a:gd name="T4" fmla="*/ 906 w 1362"/>
                <a:gd name="T5" fmla="*/ 0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2" h="1119">
                  <a:moveTo>
                    <a:pt x="0" y="331"/>
                  </a:moveTo>
                  <a:lnTo>
                    <a:pt x="1362" y="1119"/>
                  </a:lnTo>
                  <a:lnTo>
                    <a:pt x="906" y="0"/>
                  </a:lnTo>
                </a:path>
              </a:pathLst>
            </a:cu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Line 10">
              <a:extLst>
                <a:ext uri="{FF2B5EF4-FFF2-40B4-BE49-F238E27FC236}">
                  <a16:creationId xmlns:a16="http://schemas.microsoft.com/office/drawing/2014/main" id="{8ED7FA5D-C4A5-0F45-985A-49AECFC16F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57276" y="5797446"/>
              <a:ext cx="823518" cy="633545"/>
            </a:xfrm>
            <a:prstGeom prst="line">
              <a:avLst/>
            </a:pr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1" name="Line 11">
              <a:extLst>
                <a:ext uri="{FF2B5EF4-FFF2-40B4-BE49-F238E27FC236}">
                  <a16:creationId xmlns:a16="http://schemas.microsoft.com/office/drawing/2014/main" id="{E984DE93-8734-7A47-9A47-199960561B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6523" y="1669101"/>
              <a:ext cx="0" cy="0"/>
            </a:xfrm>
            <a:prstGeom prst="line">
              <a:avLst/>
            </a:prstGeom>
            <a:noFill/>
            <a:ln w="25400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C2D3EC5-86AA-7942-B3FA-29E49AF65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7497" y="2338490"/>
              <a:ext cx="2574502" cy="2628269"/>
            </a:xfrm>
            <a:custGeom>
              <a:avLst/>
              <a:gdLst>
                <a:gd name="T0" fmla="*/ 2440 w 2873"/>
                <a:gd name="T1" fmla="*/ 878 h 2933"/>
                <a:gd name="T2" fmla="*/ 1314 w 2873"/>
                <a:gd name="T3" fmla="*/ 1580 h 2933"/>
                <a:gd name="T4" fmla="*/ 1158 w 2873"/>
                <a:gd name="T5" fmla="*/ 2143 h 2933"/>
                <a:gd name="T6" fmla="*/ 1165 w 2873"/>
                <a:gd name="T7" fmla="*/ 2933 h 2933"/>
                <a:gd name="T8" fmla="*/ 2374 w 2873"/>
                <a:gd name="T9" fmla="*/ 2500 h 2933"/>
                <a:gd name="T10" fmla="*/ 640 w 2873"/>
                <a:gd name="T11" fmla="*/ 1989 h 2933"/>
                <a:gd name="T12" fmla="*/ 0 w 2873"/>
                <a:gd name="T13" fmla="*/ 852 h 2933"/>
                <a:gd name="T14" fmla="*/ 484 w 2873"/>
                <a:gd name="T15" fmla="*/ 334 h 2933"/>
                <a:gd name="T16" fmla="*/ 1241 w 2873"/>
                <a:gd name="T17" fmla="*/ 0 h 2933"/>
                <a:gd name="T18" fmla="*/ 1927 w 2873"/>
                <a:gd name="T19" fmla="*/ 419 h 2933"/>
                <a:gd name="T20" fmla="*/ 2873 w 2873"/>
                <a:gd name="T21" fmla="*/ 197 h 2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73" h="2933">
                  <a:moveTo>
                    <a:pt x="2440" y="878"/>
                  </a:moveTo>
                  <a:lnTo>
                    <a:pt x="1314" y="1580"/>
                  </a:lnTo>
                  <a:lnTo>
                    <a:pt x="1158" y="2143"/>
                  </a:lnTo>
                  <a:lnTo>
                    <a:pt x="1165" y="2933"/>
                  </a:lnTo>
                  <a:lnTo>
                    <a:pt x="2374" y="2500"/>
                  </a:lnTo>
                  <a:lnTo>
                    <a:pt x="640" y="1989"/>
                  </a:lnTo>
                  <a:lnTo>
                    <a:pt x="0" y="852"/>
                  </a:lnTo>
                  <a:lnTo>
                    <a:pt x="484" y="334"/>
                  </a:lnTo>
                  <a:lnTo>
                    <a:pt x="1241" y="0"/>
                  </a:lnTo>
                  <a:lnTo>
                    <a:pt x="1927" y="419"/>
                  </a:lnTo>
                  <a:lnTo>
                    <a:pt x="2873" y="197"/>
                  </a:lnTo>
                </a:path>
              </a:pathLst>
            </a:cu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45831B22-841B-1148-AD5A-F92CA6F4D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0150" y="2260529"/>
              <a:ext cx="5250263" cy="3536917"/>
            </a:xfrm>
            <a:custGeom>
              <a:avLst/>
              <a:gdLst>
                <a:gd name="T0" fmla="*/ 5859 w 5859"/>
                <a:gd name="T1" fmla="*/ 2239 h 3947"/>
                <a:gd name="T2" fmla="*/ 4738 w 5859"/>
                <a:gd name="T3" fmla="*/ 2469 h 3947"/>
                <a:gd name="T4" fmla="*/ 4599 w 5859"/>
                <a:gd name="T5" fmla="*/ 2507 h 3947"/>
                <a:gd name="T6" fmla="*/ 4852 w 5859"/>
                <a:gd name="T7" fmla="*/ 3566 h 3947"/>
                <a:gd name="T8" fmla="*/ 3989 w 5859"/>
                <a:gd name="T9" fmla="*/ 3947 h 3947"/>
                <a:gd name="T10" fmla="*/ 3390 w 5859"/>
                <a:gd name="T11" fmla="*/ 3183 h 3947"/>
                <a:gd name="T12" fmla="*/ 2891 w 5859"/>
                <a:gd name="T13" fmla="*/ 2128 h 3947"/>
                <a:gd name="T14" fmla="*/ 3471 w 5859"/>
                <a:gd name="T15" fmla="*/ 749 h 3947"/>
                <a:gd name="T16" fmla="*/ 3615 w 5859"/>
                <a:gd name="T17" fmla="*/ 87 h 3947"/>
                <a:gd name="T18" fmla="*/ 2617 w 5859"/>
                <a:gd name="T19" fmla="*/ 0 h 3947"/>
                <a:gd name="T20" fmla="*/ 2374 w 5859"/>
                <a:gd name="T21" fmla="*/ 939 h 3947"/>
                <a:gd name="T22" fmla="*/ 858 w 5859"/>
                <a:gd name="T23" fmla="*/ 511 h 3947"/>
                <a:gd name="T24" fmla="*/ 0 w 5859"/>
                <a:gd name="T25" fmla="*/ 1859 h 3947"/>
                <a:gd name="T26" fmla="*/ 950 w 5859"/>
                <a:gd name="T27" fmla="*/ 2015 h 3947"/>
                <a:gd name="T28" fmla="*/ 1596 w 5859"/>
                <a:gd name="T29" fmla="*/ 1693 h 3947"/>
                <a:gd name="T30" fmla="*/ 1366 w 5859"/>
                <a:gd name="T31" fmla="*/ 2892 h 3947"/>
                <a:gd name="T32" fmla="*/ 2043 w 5859"/>
                <a:gd name="T33" fmla="*/ 2112 h 3947"/>
                <a:gd name="T34" fmla="*/ 2426 w 5859"/>
                <a:gd name="T35" fmla="*/ 939 h 3947"/>
                <a:gd name="T36" fmla="*/ 3563 w 5859"/>
                <a:gd name="T37" fmla="*/ 894 h 3947"/>
                <a:gd name="T38" fmla="*/ 4447 w 5859"/>
                <a:gd name="T39" fmla="*/ 1140 h 3947"/>
                <a:gd name="T40" fmla="*/ 5859 w 5859"/>
                <a:gd name="T41" fmla="*/ 2239 h 3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859" h="3947">
                  <a:moveTo>
                    <a:pt x="5859" y="2239"/>
                  </a:moveTo>
                  <a:lnTo>
                    <a:pt x="4738" y="2469"/>
                  </a:lnTo>
                  <a:lnTo>
                    <a:pt x="4599" y="2507"/>
                  </a:lnTo>
                  <a:lnTo>
                    <a:pt x="4852" y="3566"/>
                  </a:lnTo>
                  <a:lnTo>
                    <a:pt x="3989" y="3947"/>
                  </a:lnTo>
                  <a:lnTo>
                    <a:pt x="3390" y="3183"/>
                  </a:lnTo>
                  <a:lnTo>
                    <a:pt x="2891" y="2128"/>
                  </a:lnTo>
                  <a:lnTo>
                    <a:pt x="3471" y="749"/>
                  </a:lnTo>
                  <a:lnTo>
                    <a:pt x="3615" y="87"/>
                  </a:lnTo>
                  <a:lnTo>
                    <a:pt x="2617" y="0"/>
                  </a:lnTo>
                  <a:lnTo>
                    <a:pt x="2374" y="939"/>
                  </a:lnTo>
                  <a:lnTo>
                    <a:pt x="858" y="511"/>
                  </a:lnTo>
                  <a:lnTo>
                    <a:pt x="0" y="1859"/>
                  </a:lnTo>
                  <a:lnTo>
                    <a:pt x="950" y="2015"/>
                  </a:lnTo>
                  <a:lnTo>
                    <a:pt x="1596" y="1693"/>
                  </a:lnTo>
                  <a:lnTo>
                    <a:pt x="1366" y="2892"/>
                  </a:lnTo>
                  <a:lnTo>
                    <a:pt x="2043" y="2112"/>
                  </a:lnTo>
                  <a:lnTo>
                    <a:pt x="2426" y="939"/>
                  </a:lnTo>
                  <a:lnTo>
                    <a:pt x="3563" y="894"/>
                  </a:lnTo>
                  <a:lnTo>
                    <a:pt x="4447" y="1140"/>
                  </a:lnTo>
                  <a:lnTo>
                    <a:pt x="5859" y="2239"/>
                  </a:lnTo>
                </a:path>
              </a:pathLst>
            </a:cu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1CF01E32-B584-854C-8293-EB3F4549E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14194" y="2550866"/>
              <a:ext cx="1076219" cy="1716036"/>
            </a:xfrm>
            <a:custGeom>
              <a:avLst/>
              <a:gdLst>
                <a:gd name="T0" fmla="*/ 0 w 1201"/>
                <a:gd name="T1" fmla="*/ 842 h 1915"/>
                <a:gd name="T2" fmla="*/ 447 w 1201"/>
                <a:gd name="T3" fmla="*/ 0 h 1915"/>
                <a:gd name="T4" fmla="*/ 1201 w 1201"/>
                <a:gd name="T5" fmla="*/ 1915 h 1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1" h="1915">
                  <a:moveTo>
                    <a:pt x="0" y="842"/>
                  </a:moveTo>
                  <a:lnTo>
                    <a:pt x="447" y="0"/>
                  </a:lnTo>
                  <a:lnTo>
                    <a:pt x="1201" y="1915"/>
                  </a:lnTo>
                </a:path>
              </a:pathLst>
            </a:cu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Line 15">
              <a:extLst>
                <a:ext uri="{FF2B5EF4-FFF2-40B4-BE49-F238E27FC236}">
                  <a16:creationId xmlns:a16="http://schemas.microsoft.com/office/drawing/2014/main" id="{D38FEA4B-3951-064E-8DD5-256ECBDAE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14194" y="3305384"/>
              <a:ext cx="0" cy="0"/>
            </a:xfrm>
            <a:prstGeom prst="line">
              <a:avLst/>
            </a:pr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Line 16">
              <a:extLst>
                <a:ext uri="{FF2B5EF4-FFF2-40B4-BE49-F238E27FC236}">
                  <a16:creationId xmlns:a16="http://schemas.microsoft.com/office/drawing/2014/main" id="{634BD462-9036-7645-82A4-ADEEE6B41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47808" y="4076929"/>
              <a:ext cx="0" cy="0"/>
            </a:xfrm>
            <a:prstGeom prst="line">
              <a:avLst/>
            </a:pr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Freeform 17">
              <a:extLst>
                <a:ext uri="{FF2B5EF4-FFF2-40B4-BE49-F238E27FC236}">
                  <a16:creationId xmlns:a16="http://schemas.microsoft.com/office/drawing/2014/main" id="{857C2E1D-2886-634B-8398-824057B10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9356" y="4076929"/>
              <a:ext cx="1298452" cy="1720517"/>
            </a:xfrm>
            <a:custGeom>
              <a:avLst/>
              <a:gdLst>
                <a:gd name="T0" fmla="*/ 832 w 1449"/>
                <a:gd name="T1" fmla="*/ 1920 h 1920"/>
                <a:gd name="T2" fmla="*/ 0 w 1449"/>
                <a:gd name="T3" fmla="*/ 913 h 1920"/>
                <a:gd name="T4" fmla="*/ 1449 w 1449"/>
                <a:gd name="T5" fmla="*/ 0 h 1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9" h="1920">
                  <a:moveTo>
                    <a:pt x="832" y="1920"/>
                  </a:moveTo>
                  <a:lnTo>
                    <a:pt x="0" y="913"/>
                  </a:lnTo>
                  <a:lnTo>
                    <a:pt x="1449" y="0"/>
                  </a:lnTo>
                </a:path>
              </a:pathLst>
            </a:cu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Freeform 18">
              <a:extLst>
                <a:ext uri="{FF2B5EF4-FFF2-40B4-BE49-F238E27FC236}">
                  <a16:creationId xmlns:a16="http://schemas.microsoft.com/office/drawing/2014/main" id="{41FBC997-5DBB-7749-99E7-87B8B06EA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4960" y="2970242"/>
              <a:ext cx="1209738" cy="2505503"/>
            </a:xfrm>
            <a:custGeom>
              <a:avLst/>
              <a:gdLst>
                <a:gd name="T0" fmla="*/ 1350 w 1350"/>
                <a:gd name="T1" fmla="*/ 0 h 2796"/>
                <a:gd name="T2" fmla="*/ 796 w 1350"/>
                <a:gd name="T3" fmla="*/ 1492 h 2796"/>
                <a:gd name="T4" fmla="*/ 0 w 1350"/>
                <a:gd name="T5" fmla="*/ 2796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50" h="2796">
                  <a:moveTo>
                    <a:pt x="1350" y="0"/>
                  </a:moveTo>
                  <a:lnTo>
                    <a:pt x="796" y="1492"/>
                  </a:lnTo>
                  <a:lnTo>
                    <a:pt x="0" y="2796"/>
                  </a:lnTo>
                </a:path>
              </a:pathLst>
            </a:cu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9" name="Freeform 19">
              <a:extLst>
                <a:ext uri="{FF2B5EF4-FFF2-40B4-BE49-F238E27FC236}">
                  <a16:creationId xmlns:a16="http://schemas.microsoft.com/office/drawing/2014/main" id="{9F57C3BB-85C0-3D42-A95B-D8CBFA35C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0188" y="2751593"/>
              <a:ext cx="1440932" cy="1026037"/>
            </a:xfrm>
            <a:custGeom>
              <a:avLst/>
              <a:gdLst>
                <a:gd name="T0" fmla="*/ 0 w 1608"/>
                <a:gd name="T1" fmla="*/ 0 h 1145"/>
                <a:gd name="T2" fmla="*/ 759 w 1608"/>
                <a:gd name="T3" fmla="*/ 1145 h 1145"/>
                <a:gd name="T4" fmla="*/ 1608 w 1608"/>
                <a:gd name="T5" fmla="*/ 258 h 1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08" h="1145">
                  <a:moveTo>
                    <a:pt x="0" y="0"/>
                  </a:moveTo>
                  <a:lnTo>
                    <a:pt x="759" y="1145"/>
                  </a:lnTo>
                  <a:lnTo>
                    <a:pt x="1608" y="258"/>
                  </a:lnTo>
                </a:path>
              </a:pathLst>
            </a:cu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0" name="Freeform 20">
              <a:extLst>
                <a:ext uri="{FF2B5EF4-FFF2-40B4-BE49-F238E27FC236}">
                  <a16:creationId xmlns:a16="http://schemas.microsoft.com/office/drawing/2014/main" id="{F839EFDB-7342-4840-8D32-E8D6A289B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0150" y="3120787"/>
              <a:ext cx="2127347" cy="809181"/>
            </a:xfrm>
            <a:custGeom>
              <a:avLst/>
              <a:gdLst>
                <a:gd name="T0" fmla="*/ 0 w 2374"/>
                <a:gd name="T1" fmla="*/ 903 h 903"/>
                <a:gd name="T2" fmla="*/ 659 w 2374"/>
                <a:gd name="T3" fmla="*/ 525 h 903"/>
                <a:gd name="T4" fmla="*/ 2374 w 2374"/>
                <a:gd name="T5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74" h="903">
                  <a:moveTo>
                    <a:pt x="0" y="903"/>
                  </a:moveTo>
                  <a:lnTo>
                    <a:pt x="659" y="525"/>
                  </a:lnTo>
                  <a:lnTo>
                    <a:pt x="2374" y="0"/>
                  </a:lnTo>
                </a:path>
              </a:pathLst>
            </a:cu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1" name="Line 21">
              <a:extLst>
                <a:ext uri="{FF2B5EF4-FFF2-40B4-BE49-F238E27FC236}">
                  <a16:creationId xmlns:a16="http://schemas.microsoft.com/office/drawing/2014/main" id="{8B269E50-9BB1-774E-9F8C-40F3E1C5B1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93221" y="2970242"/>
              <a:ext cx="1591478" cy="398766"/>
            </a:xfrm>
            <a:prstGeom prst="line">
              <a:avLst/>
            </a:pr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2" name="Line 22">
              <a:extLst>
                <a:ext uri="{FF2B5EF4-FFF2-40B4-BE49-F238E27FC236}">
                  <a16:creationId xmlns:a16="http://schemas.microsoft.com/office/drawing/2014/main" id="{4C5B4369-A4DC-794E-A76B-D695EA872D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94913" y="4106500"/>
              <a:ext cx="557376" cy="1690946"/>
            </a:xfrm>
            <a:prstGeom prst="line">
              <a:avLst/>
            </a:pr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3" name="Freeform 23">
              <a:extLst>
                <a:ext uri="{FF2B5EF4-FFF2-40B4-BE49-F238E27FC236}">
                  <a16:creationId xmlns:a16="http://schemas.microsoft.com/office/drawing/2014/main" id="{E24AC965-1958-694F-9CC9-CB43E6D02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0682" y="2675424"/>
              <a:ext cx="2447255" cy="2437399"/>
            </a:xfrm>
            <a:custGeom>
              <a:avLst/>
              <a:gdLst>
                <a:gd name="T0" fmla="*/ 152 w 2731"/>
                <a:gd name="T1" fmla="*/ 0 h 2720"/>
                <a:gd name="T2" fmla="*/ 0 w 2731"/>
                <a:gd name="T3" fmla="*/ 1022 h 2720"/>
                <a:gd name="T4" fmla="*/ 802 w 2731"/>
                <a:gd name="T5" fmla="*/ 2477 h 2720"/>
                <a:gd name="T6" fmla="*/ 2731 w 2731"/>
                <a:gd name="T7" fmla="*/ 2720 h 2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31" h="2720">
                  <a:moveTo>
                    <a:pt x="152" y="0"/>
                  </a:moveTo>
                  <a:lnTo>
                    <a:pt x="0" y="1022"/>
                  </a:lnTo>
                  <a:lnTo>
                    <a:pt x="802" y="2477"/>
                  </a:lnTo>
                  <a:lnTo>
                    <a:pt x="2731" y="2720"/>
                  </a:lnTo>
                </a:path>
              </a:pathLst>
            </a:cu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4" name="Line 24">
              <a:extLst>
                <a:ext uri="{FF2B5EF4-FFF2-40B4-BE49-F238E27FC236}">
                  <a16:creationId xmlns:a16="http://schemas.microsoft.com/office/drawing/2014/main" id="{DD2D52B2-D6C9-CE4A-8AAC-E8905C363D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61324" y="2970242"/>
              <a:ext cx="1523374" cy="1536816"/>
            </a:xfrm>
            <a:prstGeom prst="line">
              <a:avLst/>
            </a:pr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5" name="Line 25">
              <a:extLst>
                <a:ext uri="{FF2B5EF4-FFF2-40B4-BE49-F238E27FC236}">
                  <a16:creationId xmlns:a16="http://schemas.microsoft.com/office/drawing/2014/main" id="{43A11EB0-61C2-B041-BC9E-B667130B2A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1044" y="3794656"/>
              <a:ext cx="1656893" cy="1318167"/>
            </a:xfrm>
            <a:prstGeom prst="line">
              <a:avLst/>
            </a:pr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6" name="Line 26">
              <a:extLst>
                <a:ext uri="{FF2B5EF4-FFF2-40B4-BE49-F238E27FC236}">
                  <a16:creationId xmlns:a16="http://schemas.microsoft.com/office/drawing/2014/main" id="{EB95961D-2CB1-4844-B78F-2AC4030008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0150" y="3926384"/>
              <a:ext cx="1309205" cy="968687"/>
            </a:xfrm>
            <a:prstGeom prst="line">
              <a:avLst/>
            </a:pr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7" name="Freeform 27">
              <a:extLst>
                <a:ext uri="{FF2B5EF4-FFF2-40B4-BE49-F238E27FC236}">
                  <a16:creationId xmlns:a16="http://schemas.microsoft.com/office/drawing/2014/main" id="{E9231672-1CC5-A945-ADF3-7847D0198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7497" y="3101969"/>
              <a:ext cx="1993828" cy="1405089"/>
            </a:xfrm>
            <a:custGeom>
              <a:avLst/>
              <a:gdLst>
                <a:gd name="T0" fmla="*/ 0 w 2225"/>
                <a:gd name="T1" fmla="*/ 0 h 1568"/>
                <a:gd name="T2" fmla="*/ 1314 w 2225"/>
                <a:gd name="T3" fmla="*/ 728 h 1568"/>
                <a:gd name="T4" fmla="*/ 2225 w 2225"/>
                <a:gd name="T5" fmla="*/ 1568 h 1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25" h="1568">
                  <a:moveTo>
                    <a:pt x="0" y="0"/>
                  </a:moveTo>
                  <a:lnTo>
                    <a:pt x="1314" y="728"/>
                  </a:lnTo>
                  <a:lnTo>
                    <a:pt x="2225" y="1568"/>
                  </a:lnTo>
                </a:path>
              </a:pathLst>
            </a:cu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8" name="Line 28">
              <a:extLst>
                <a:ext uri="{FF2B5EF4-FFF2-40B4-BE49-F238E27FC236}">
                  <a16:creationId xmlns:a16="http://schemas.microsoft.com/office/drawing/2014/main" id="{1977D7AF-4721-E14C-86DB-29B298FB34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94913" y="5112823"/>
              <a:ext cx="983024" cy="653259"/>
            </a:xfrm>
            <a:prstGeom prst="line">
              <a:avLst/>
            </a:pr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9" name="Oval 29">
              <a:extLst>
                <a:ext uri="{FF2B5EF4-FFF2-40B4-BE49-F238E27FC236}">
                  <a16:creationId xmlns:a16="http://schemas.microsoft.com/office/drawing/2014/main" id="{F1F54446-2946-F14A-90CE-DC4532137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4913" y="4317980"/>
              <a:ext cx="131727" cy="131727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0" name="Oval 30">
              <a:extLst>
                <a:ext uri="{FF2B5EF4-FFF2-40B4-BE49-F238E27FC236}">
                  <a16:creationId xmlns:a16="http://schemas.microsoft.com/office/drawing/2014/main" id="{67B157CE-9164-4F4B-9380-659BCBDBF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513" y="3523137"/>
              <a:ext cx="150545" cy="150545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" name="Oval 31">
              <a:extLst>
                <a:ext uri="{FF2B5EF4-FFF2-40B4-BE49-F238E27FC236}">
                  <a16:creationId xmlns:a16="http://schemas.microsoft.com/office/drawing/2014/main" id="{6613413B-19A1-A646-B931-EF3E3875F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720" y="3369008"/>
              <a:ext cx="90506" cy="90506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" name="Oval 32">
              <a:extLst>
                <a:ext uri="{FF2B5EF4-FFF2-40B4-BE49-F238E27FC236}">
                  <a16:creationId xmlns:a16="http://schemas.microsoft.com/office/drawing/2014/main" id="{1C97354B-4618-0D40-80F5-E9ADACE28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0188" y="3966708"/>
              <a:ext cx="188181" cy="186389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" name="Oval 33">
              <a:extLst>
                <a:ext uri="{FF2B5EF4-FFF2-40B4-BE49-F238E27FC236}">
                  <a16:creationId xmlns:a16="http://schemas.microsoft.com/office/drawing/2014/main" id="{57B7F47F-FD2B-3144-A720-0BB9C3653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1960" y="3771358"/>
              <a:ext cx="197142" cy="197143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" name="Oval 34">
              <a:extLst>
                <a:ext uri="{FF2B5EF4-FFF2-40B4-BE49-F238E27FC236}">
                  <a16:creationId xmlns:a16="http://schemas.microsoft.com/office/drawing/2014/main" id="{A739C6BC-DD96-1C4F-97FD-378059347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251" y="4044669"/>
              <a:ext cx="209688" cy="209688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" name="Oval 35">
              <a:extLst>
                <a:ext uri="{FF2B5EF4-FFF2-40B4-BE49-F238E27FC236}">
                  <a16:creationId xmlns:a16="http://schemas.microsoft.com/office/drawing/2014/main" id="{7E70D4C9-9DC9-8F41-9EDE-8C43D7095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3171" y="4144136"/>
              <a:ext cx="226714" cy="226714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" name="Oval 36">
              <a:extLst>
                <a:ext uri="{FF2B5EF4-FFF2-40B4-BE49-F238E27FC236}">
                  <a16:creationId xmlns:a16="http://schemas.microsoft.com/office/drawing/2014/main" id="{2F5269AF-A1C1-0346-8A9C-1737D1512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7768" y="3686228"/>
              <a:ext cx="137104" cy="138000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" name="Oval 37">
              <a:extLst>
                <a:ext uri="{FF2B5EF4-FFF2-40B4-BE49-F238E27FC236}">
                  <a16:creationId xmlns:a16="http://schemas.microsoft.com/office/drawing/2014/main" id="{D693C8C1-5433-0B44-AFA3-01BAC18A8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4950" y="3449657"/>
              <a:ext cx="125454" cy="122766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" name="Line 38">
              <a:extLst>
                <a:ext uri="{FF2B5EF4-FFF2-40B4-BE49-F238E27FC236}">
                  <a16:creationId xmlns:a16="http://schemas.microsoft.com/office/drawing/2014/main" id="{473EFCFB-4F4F-DD40-B91C-2E965FE247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014702" y="4507058"/>
              <a:ext cx="546622" cy="1290388"/>
            </a:xfrm>
            <a:prstGeom prst="line">
              <a:avLst/>
            </a:pr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" name="Line 39">
              <a:extLst>
                <a:ext uri="{FF2B5EF4-FFF2-40B4-BE49-F238E27FC236}">
                  <a16:creationId xmlns:a16="http://schemas.microsoft.com/office/drawing/2014/main" id="{F25F38F5-6716-744C-91A1-3511A0B648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77937" y="5112823"/>
              <a:ext cx="1310101" cy="388012"/>
            </a:xfrm>
            <a:prstGeom prst="line">
              <a:avLst/>
            </a:pr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" name="Oval 40">
              <a:extLst>
                <a:ext uri="{FF2B5EF4-FFF2-40B4-BE49-F238E27FC236}">
                  <a16:creationId xmlns:a16="http://schemas.microsoft.com/office/drawing/2014/main" id="{89F21276-C9F2-EA4A-98F5-1600448CA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8507" y="5246343"/>
              <a:ext cx="165779" cy="165779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" name="Line 41">
              <a:extLst>
                <a:ext uri="{FF2B5EF4-FFF2-40B4-BE49-F238E27FC236}">
                  <a16:creationId xmlns:a16="http://schemas.microsoft.com/office/drawing/2014/main" id="{4A18B5A5-5498-3546-8FF8-B7E2F614E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94286" y="2713957"/>
              <a:ext cx="209688" cy="568129"/>
            </a:xfrm>
            <a:prstGeom prst="line">
              <a:avLst/>
            </a:pr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" name="Oval 42">
              <a:extLst>
                <a:ext uri="{FF2B5EF4-FFF2-40B4-BE49-F238E27FC236}">
                  <a16:creationId xmlns:a16="http://schemas.microsoft.com/office/drawing/2014/main" id="{6EDB4CAB-F649-8C44-BD60-9B756848C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6611" y="2614489"/>
              <a:ext cx="197142" cy="197143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" name="Oval 43">
              <a:extLst>
                <a:ext uri="{FF2B5EF4-FFF2-40B4-BE49-F238E27FC236}">
                  <a16:creationId xmlns:a16="http://schemas.microsoft.com/office/drawing/2014/main" id="{95CF6250-B637-EE4E-90E8-1C263F24D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3391" y="2260529"/>
              <a:ext cx="152337" cy="154130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" name="Freeform 44">
              <a:extLst>
                <a:ext uri="{FF2B5EF4-FFF2-40B4-BE49-F238E27FC236}">
                  <a16:creationId xmlns:a16="http://schemas.microsoft.com/office/drawing/2014/main" id="{3EADD22E-D196-6C4A-BC12-AF2AD31CC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6889" y="2228269"/>
              <a:ext cx="2355853" cy="769752"/>
            </a:xfrm>
            <a:custGeom>
              <a:avLst/>
              <a:gdLst>
                <a:gd name="T0" fmla="*/ 0 w 2629"/>
                <a:gd name="T1" fmla="*/ 542 h 859"/>
                <a:gd name="T2" fmla="*/ 1172 w 2629"/>
                <a:gd name="T3" fmla="*/ 461 h 859"/>
                <a:gd name="T4" fmla="*/ 1842 w 2629"/>
                <a:gd name="T5" fmla="*/ 0 h 859"/>
                <a:gd name="T6" fmla="*/ 2047 w 2629"/>
                <a:gd name="T7" fmla="*/ 457 h 859"/>
                <a:gd name="T8" fmla="*/ 2629 w 2629"/>
                <a:gd name="T9" fmla="*/ 859 h 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9" h="859">
                  <a:moveTo>
                    <a:pt x="0" y="542"/>
                  </a:moveTo>
                  <a:lnTo>
                    <a:pt x="1172" y="461"/>
                  </a:lnTo>
                  <a:lnTo>
                    <a:pt x="1842" y="0"/>
                  </a:lnTo>
                  <a:lnTo>
                    <a:pt x="2047" y="457"/>
                  </a:lnTo>
                  <a:lnTo>
                    <a:pt x="2629" y="859"/>
                  </a:lnTo>
                </a:path>
              </a:pathLst>
            </a:cu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" name="Line 45">
              <a:extLst>
                <a:ext uri="{FF2B5EF4-FFF2-40B4-BE49-F238E27FC236}">
                  <a16:creationId xmlns:a16="http://schemas.microsoft.com/office/drawing/2014/main" id="{6AFEFD38-FF69-2047-972B-20EEB5C38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7121" y="2641372"/>
              <a:ext cx="350376" cy="479415"/>
            </a:xfrm>
            <a:prstGeom prst="line">
              <a:avLst/>
            </a:pr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121EF2F5-5573-C343-AC76-CFEC20BA2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004" y="2599256"/>
              <a:ext cx="85130" cy="85130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" name="Oval 47">
              <a:extLst>
                <a:ext uri="{FF2B5EF4-FFF2-40B4-BE49-F238E27FC236}">
                  <a16:creationId xmlns:a16="http://schemas.microsoft.com/office/drawing/2014/main" id="{7AFE5FF5-813B-4141-AC0D-310160E99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8340" y="2584918"/>
              <a:ext cx="103948" cy="105740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" name="Line 48">
              <a:extLst>
                <a:ext uri="{FF2B5EF4-FFF2-40B4-BE49-F238E27FC236}">
                  <a16:creationId xmlns:a16="http://schemas.microsoft.com/office/drawing/2014/main" id="{9A2B58E2-AE0F-BD4A-BB3D-EA619D7D11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17629" y="2641372"/>
              <a:ext cx="599492" cy="771544"/>
            </a:xfrm>
            <a:prstGeom prst="line">
              <a:avLst/>
            </a:prstGeom>
            <a:noFill/>
            <a:ln w="14288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9" name="Oval 49">
              <a:extLst>
                <a:ext uri="{FF2B5EF4-FFF2-40B4-BE49-F238E27FC236}">
                  <a16:creationId xmlns:a16="http://schemas.microsoft.com/office/drawing/2014/main" id="{D3BBD352-41CC-E54A-8B96-01783A260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1083" y="2830450"/>
              <a:ext cx="213272" cy="215961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0" name="Oval 50">
              <a:extLst>
                <a:ext uri="{FF2B5EF4-FFF2-40B4-BE49-F238E27FC236}">
                  <a16:creationId xmlns:a16="http://schemas.microsoft.com/office/drawing/2014/main" id="{EC200FA9-6EB4-7946-A837-47D6C7853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8124" y="1650283"/>
              <a:ext cx="214168" cy="213272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1" name="Oval 51">
              <a:extLst>
                <a:ext uri="{FF2B5EF4-FFF2-40B4-BE49-F238E27FC236}">
                  <a16:creationId xmlns:a16="http://schemas.microsoft.com/office/drawing/2014/main" id="{C8700C70-5018-1044-B18E-D6B79C144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48271" y="3074190"/>
              <a:ext cx="189974" cy="190870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2" name="Oval 52">
              <a:extLst>
                <a:ext uri="{FF2B5EF4-FFF2-40B4-BE49-F238E27FC236}">
                  <a16:creationId xmlns:a16="http://schemas.microsoft.com/office/drawing/2014/main" id="{A63620D8-1F2C-5A4B-9D12-E18CCB5E8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2011" y="3584968"/>
              <a:ext cx="82441" cy="85130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3" name="Oval 53">
              <a:extLst>
                <a:ext uri="{FF2B5EF4-FFF2-40B4-BE49-F238E27FC236}">
                  <a16:creationId xmlns:a16="http://schemas.microsoft.com/office/drawing/2014/main" id="{3884B190-8537-554E-B9D8-5EC4F98A5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3782" y="4581435"/>
              <a:ext cx="107532" cy="109325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4" name="Oval 54">
              <a:extLst>
                <a:ext uri="{FF2B5EF4-FFF2-40B4-BE49-F238E27FC236}">
                  <a16:creationId xmlns:a16="http://schemas.microsoft.com/office/drawing/2014/main" id="{29FE1FA4-910D-6945-B081-45FC3D648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8003" y="4930915"/>
              <a:ext cx="184597" cy="181909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5" name="Oval 55">
              <a:extLst>
                <a:ext uri="{FF2B5EF4-FFF2-40B4-BE49-F238E27FC236}">
                  <a16:creationId xmlns:a16="http://schemas.microsoft.com/office/drawing/2014/main" id="{27107EE4-1C64-DF4B-8452-4292560F0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0288" y="6337796"/>
              <a:ext cx="181909" cy="184597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6" name="Oval 56">
              <a:extLst>
                <a:ext uri="{FF2B5EF4-FFF2-40B4-BE49-F238E27FC236}">
                  <a16:creationId xmlns:a16="http://schemas.microsoft.com/office/drawing/2014/main" id="{58D7BE14-17AE-E64A-8DAA-1FCA4CFDF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4941" y="5971290"/>
              <a:ext cx="181909" cy="184597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7" name="Oval 57">
              <a:extLst>
                <a:ext uri="{FF2B5EF4-FFF2-40B4-BE49-F238E27FC236}">
                  <a16:creationId xmlns:a16="http://schemas.microsoft.com/office/drawing/2014/main" id="{3BD3BD4F-91BA-6043-AFF2-2AF1D8E9C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3466" y="6401419"/>
              <a:ext cx="184597" cy="184597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8" name="Oval 58">
              <a:extLst>
                <a:ext uri="{FF2B5EF4-FFF2-40B4-BE49-F238E27FC236}">
                  <a16:creationId xmlns:a16="http://schemas.microsoft.com/office/drawing/2014/main" id="{194031A0-B650-8C48-90C0-8A6E2A252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3296" y="2256048"/>
              <a:ext cx="181909" cy="184597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9" name="Oval 59">
              <a:extLst>
                <a:ext uri="{FF2B5EF4-FFF2-40B4-BE49-F238E27FC236}">
                  <a16:creationId xmlns:a16="http://schemas.microsoft.com/office/drawing/2014/main" id="{E819905D-B0DD-E342-B82A-668B7B3C6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6636" y="1773049"/>
              <a:ext cx="181909" cy="181909"/>
            </a:xfrm>
            <a:prstGeom prst="ellipse">
              <a:avLst/>
            </a:prstGeom>
            <a:solidFill>
              <a:srgbClr val="90A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0" name="Oval 60">
              <a:extLst>
                <a:ext uri="{FF2B5EF4-FFF2-40B4-BE49-F238E27FC236}">
                  <a16:creationId xmlns:a16="http://schemas.microsoft.com/office/drawing/2014/main" id="{D38F420E-047B-644A-AC83-B709F36B37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3832" y="5606576"/>
              <a:ext cx="380843" cy="381740"/>
            </a:xfrm>
            <a:prstGeom prst="ellipse">
              <a:avLst/>
            </a:prstGeom>
            <a:solidFill>
              <a:srgbClr val="82B73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1" name="Freeform 61">
              <a:extLst>
                <a:ext uri="{FF2B5EF4-FFF2-40B4-BE49-F238E27FC236}">
                  <a16:creationId xmlns:a16="http://schemas.microsoft.com/office/drawing/2014/main" id="{ADC4F970-D158-C546-AEE1-392C43076A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87456" y="5670199"/>
              <a:ext cx="253597" cy="254493"/>
            </a:xfrm>
            <a:custGeom>
              <a:avLst/>
              <a:gdLst>
                <a:gd name="T0" fmla="*/ 120 w 120"/>
                <a:gd name="T1" fmla="*/ 55 h 120"/>
                <a:gd name="T2" fmla="*/ 111 w 120"/>
                <a:gd name="T3" fmla="*/ 52 h 120"/>
                <a:gd name="T4" fmla="*/ 107 w 120"/>
                <a:gd name="T5" fmla="*/ 46 h 120"/>
                <a:gd name="T6" fmla="*/ 112 w 120"/>
                <a:gd name="T7" fmla="*/ 36 h 120"/>
                <a:gd name="T8" fmla="*/ 112 w 120"/>
                <a:gd name="T9" fmla="*/ 30 h 120"/>
                <a:gd name="T10" fmla="*/ 100 w 120"/>
                <a:gd name="T11" fmla="*/ 32 h 120"/>
                <a:gd name="T12" fmla="*/ 96 w 120"/>
                <a:gd name="T13" fmla="*/ 27 h 120"/>
                <a:gd name="T14" fmla="*/ 97 w 120"/>
                <a:gd name="T15" fmla="*/ 16 h 120"/>
                <a:gd name="T16" fmla="*/ 93 w 120"/>
                <a:gd name="T17" fmla="*/ 10 h 120"/>
                <a:gd name="T18" fmla="*/ 86 w 120"/>
                <a:gd name="T19" fmla="*/ 15 h 120"/>
                <a:gd name="T20" fmla="*/ 80 w 120"/>
                <a:gd name="T21" fmla="*/ 15 h 120"/>
                <a:gd name="T22" fmla="*/ 74 w 120"/>
                <a:gd name="T23" fmla="*/ 10 h 120"/>
                <a:gd name="T24" fmla="*/ 70 w 120"/>
                <a:gd name="T25" fmla="*/ 1 h 120"/>
                <a:gd name="T26" fmla="*/ 64 w 120"/>
                <a:gd name="T27" fmla="*/ 8 h 120"/>
                <a:gd name="T28" fmla="*/ 57 w 120"/>
                <a:gd name="T29" fmla="*/ 11 h 120"/>
                <a:gd name="T30" fmla="*/ 51 w 120"/>
                <a:gd name="T31" fmla="*/ 9 h 120"/>
                <a:gd name="T32" fmla="*/ 46 w 120"/>
                <a:gd name="T33" fmla="*/ 2 h 120"/>
                <a:gd name="T34" fmla="*/ 41 w 120"/>
                <a:gd name="T35" fmla="*/ 6 h 120"/>
                <a:gd name="T36" fmla="*/ 37 w 120"/>
                <a:gd name="T37" fmla="*/ 16 h 120"/>
                <a:gd name="T38" fmla="*/ 32 w 120"/>
                <a:gd name="T39" fmla="*/ 19 h 120"/>
                <a:gd name="T40" fmla="*/ 22 w 120"/>
                <a:gd name="T41" fmla="*/ 13 h 120"/>
                <a:gd name="T42" fmla="*/ 19 w 120"/>
                <a:gd name="T43" fmla="*/ 19 h 120"/>
                <a:gd name="T44" fmla="*/ 20 w 120"/>
                <a:gd name="T45" fmla="*/ 30 h 120"/>
                <a:gd name="T46" fmla="*/ 14 w 120"/>
                <a:gd name="T47" fmla="*/ 35 h 120"/>
                <a:gd name="T48" fmla="*/ 5 w 120"/>
                <a:gd name="T49" fmla="*/ 34 h 120"/>
                <a:gd name="T50" fmla="*/ 4 w 120"/>
                <a:gd name="T51" fmla="*/ 38 h 120"/>
                <a:gd name="T52" fmla="*/ 12 w 120"/>
                <a:gd name="T53" fmla="*/ 48 h 120"/>
                <a:gd name="T54" fmla="*/ 10 w 120"/>
                <a:gd name="T55" fmla="*/ 56 h 120"/>
                <a:gd name="T56" fmla="*/ 0 w 120"/>
                <a:gd name="T57" fmla="*/ 62 h 120"/>
                <a:gd name="T58" fmla="*/ 0 w 120"/>
                <a:gd name="T59" fmla="*/ 66 h 120"/>
                <a:gd name="T60" fmla="*/ 11 w 120"/>
                <a:gd name="T61" fmla="*/ 68 h 120"/>
                <a:gd name="T62" fmla="*/ 13 w 120"/>
                <a:gd name="T63" fmla="*/ 76 h 120"/>
                <a:gd name="T64" fmla="*/ 5 w 120"/>
                <a:gd name="T65" fmla="*/ 86 h 120"/>
                <a:gd name="T66" fmla="*/ 8 w 120"/>
                <a:gd name="T67" fmla="*/ 91 h 120"/>
                <a:gd name="T68" fmla="*/ 20 w 120"/>
                <a:gd name="T69" fmla="*/ 90 h 120"/>
                <a:gd name="T70" fmla="*/ 25 w 120"/>
                <a:gd name="T71" fmla="*/ 95 h 120"/>
                <a:gd name="T72" fmla="*/ 22 w 120"/>
                <a:gd name="T73" fmla="*/ 107 h 120"/>
                <a:gd name="T74" fmla="*/ 27 w 120"/>
                <a:gd name="T75" fmla="*/ 110 h 120"/>
                <a:gd name="T76" fmla="*/ 36 w 120"/>
                <a:gd name="T77" fmla="*/ 103 h 120"/>
                <a:gd name="T78" fmla="*/ 40 w 120"/>
                <a:gd name="T79" fmla="*/ 105 h 120"/>
                <a:gd name="T80" fmla="*/ 46 w 120"/>
                <a:gd name="T81" fmla="*/ 116 h 120"/>
                <a:gd name="T82" fmla="*/ 51 w 120"/>
                <a:gd name="T83" fmla="*/ 120 h 120"/>
                <a:gd name="T84" fmla="*/ 57 w 120"/>
                <a:gd name="T85" fmla="*/ 109 h 120"/>
                <a:gd name="T86" fmla="*/ 63 w 120"/>
                <a:gd name="T87" fmla="*/ 109 h 120"/>
                <a:gd name="T88" fmla="*/ 70 w 120"/>
                <a:gd name="T89" fmla="*/ 114 h 120"/>
                <a:gd name="T90" fmla="*/ 76 w 120"/>
                <a:gd name="T91" fmla="*/ 118 h 120"/>
                <a:gd name="T92" fmla="*/ 79 w 120"/>
                <a:gd name="T93" fmla="*/ 112 h 120"/>
                <a:gd name="T94" fmla="*/ 83 w 120"/>
                <a:gd name="T95" fmla="*/ 103 h 120"/>
                <a:gd name="T96" fmla="*/ 90 w 120"/>
                <a:gd name="T97" fmla="*/ 102 h 120"/>
                <a:gd name="T98" fmla="*/ 98 w 120"/>
                <a:gd name="T99" fmla="*/ 106 h 120"/>
                <a:gd name="T100" fmla="*/ 98 w 120"/>
                <a:gd name="T101" fmla="*/ 95 h 120"/>
                <a:gd name="T102" fmla="*/ 100 w 120"/>
                <a:gd name="T103" fmla="*/ 89 h 120"/>
                <a:gd name="T104" fmla="*/ 108 w 120"/>
                <a:gd name="T105" fmla="*/ 86 h 120"/>
                <a:gd name="T106" fmla="*/ 114 w 120"/>
                <a:gd name="T107" fmla="*/ 85 h 120"/>
                <a:gd name="T108" fmla="*/ 116 w 120"/>
                <a:gd name="T109" fmla="*/ 81 h 120"/>
                <a:gd name="T110" fmla="*/ 108 w 120"/>
                <a:gd name="T111" fmla="*/ 70 h 120"/>
                <a:gd name="T112" fmla="*/ 112 w 120"/>
                <a:gd name="T113" fmla="*/ 63 h 120"/>
                <a:gd name="T114" fmla="*/ 31 w 120"/>
                <a:gd name="T115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0" h="120">
                  <a:moveTo>
                    <a:pt x="120" y="58"/>
                  </a:moveTo>
                  <a:cubicBezTo>
                    <a:pt x="120" y="58"/>
                    <a:pt x="120" y="58"/>
                    <a:pt x="120" y="57"/>
                  </a:cubicBezTo>
                  <a:cubicBezTo>
                    <a:pt x="120" y="57"/>
                    <a:pt x="120" y="57"/>
                    <a:pt x="120" y="56"/>
                  </a:cubicBezTo>
                  <a:cubicBezTo>
                    <a:pt x="120" y="56"/>
                    <a:pt x="120" y="56"/>
                    <a:pt x="120" y="56"/>
                  </a:cubicBezTo>
                  <a:cubicBezTo>
                    <a:pt x="120" y="55"/>
                    <a:pt x="120" y="55"/>
                    <a:pt x="120" y="55"/>
                  </a:cubicBezTo>
                  <a:cubicBezTo>
                    <a:pt x="120" y="55"/>
                    <a:pt x="120" y="54"/>
                    <a:pt x="120" y="54"/>
                  </a:cubicBezTo>
                  <a:cubicBezTo>
                    <a:pt x="120" y="54"/>
                    <a:pt x="118" y="54"/>
                    <a:pt x="117" y="53"/>
                  </a:cubicBezTo>
                  <a:cubicBezTo>
                    <a:pt x="117" y="53"/>
                    <a:pt x="116" y="53"/>
                    <a:pt x="116" y="53"/>
                  </a:cubicBezTo>
                  <a:cubicBezTo>
                    <a:pt x="115" y="53"/>
                    <a:pt x="115" y="53"/>
                    <a:pt x="114" y="53"/>
                  </a:cubicBezTo>
                  <a:cubicBezTo>
                    <a:pt x="113" y="53"/>
                    <a:pt x="112" y="52"/>
                    <a:pt x="111" y="52"/>
                  </a:cubicBezTo>
                  <a:cubicBezTo>
                    <a:pt x="110" y="52"/>
                    <a:pt x="109" y="52"/>
                    <a:pt x="108" y="52"/>
                  </a:cubicBezTo>
                  <a:cubicBezTo>
                    <a:pt x="108" y="51"/>
                    <a:pt x="108" y="51"/>
                    <a:pt x="108" y="50"/>
                  </a:cubicBezTo>
                  <a:cubicBezTo>
                    <a:pt x="108" y="49"/>
                    <a:pt x="108" y="48"/>
                    <a:pt x="108" y="48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6"/>
                  </a:cubicBezTo>
                  <a:cubicBezTo>
                    <a:pt x="107" y="45"/>
                    <a:pt x="107" y="45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2"/>
                    <a:pt x="106" y="42"/>
                  </a:cubicBezTo>
                  <a:cubicBezTo>
                    <a:pt x="106" y="41"/>
                    <a:pt x="107" y="41"/>
                    <a:pt x="108" y="40"/>
                  </a:cubicBezTo>
                  <a:cubicBezTo>
                    <a:pt x="109" y="39"/>
                    <a:pt x="111" y="37"/>
                    <a:pt x="112" y="36"/>
                  </a:cubicBezTo>
                  <a:cubicBezTo>
                    <a:pt x="113" y="35"/>
                    <a:pt x="114" y="34"/>
                    <a:pt x="114" y="34"/>
                  </a:cubicBezTo>
                  <a:cubicBezTo>
                    <a:pt x="114" y="34"/>
                    <a:pt x="114" y="34"/>
                    <a:pt x="114" y="33"/>
                  </a:cubicBezTo>
                  <a:cubicBezTo>
                    <a:pt x="113" y="33"/>
                    <a:pt x="113" y="32"/>
                    <a:pt x="113" y="32"/>
                  </a:cubicBezTo>
                  <a:cubicBezTo>
                    <a:pt x="112" y="31"/>
                    <a:pt x="112" y="31"/>
                    <a:pt x="112" y="30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1" y="29"/>
                    <a:pt x="111" y="29"/>
                    <a:pt x="111" y="29"/>
                  </a:cubicBezTo>
                  <a:cubicBezTo>
                    <a:pt x="111" y="29"/>
                    <a:pt x="111" y="29"/>
                    <a:pt x="110" y="29"/>
                  </a:cubicBezTo>
                  <a:cubicBezTo>
                    <a:pt x="110" y="29"/>
                    <a:pt x="109" y="29"/>
                    <a:pt x="108" y="29"/>
                  </a:cubicBezTo>
                  <a:cubicBezTo>
                    <a:pt x="107" y="30"/>
                    <a:pt x="105" y="30"/>
                    <a:pt x="103" y="31"/>
                  </a:cubicBezTo>
                  <a:cubicBezTo>
                    <a:pt x="102" y="31"/>
                    <a:pt x="101" y="31"/>
                    <a:pt x="100" y="32"/>
                  </a:cubicBezTo>
                  <a:cubicBezTo>
                    <a:pt x="100" y="31"/>
                    <a:pt x="99" y="31"/>
                    <a:pt x="99" y="30"/>
                  </a:cubicBezTo>
                  <a:cubicBezTo>
                    <a:pt x="98" y="29"/>
                    <a:pt x="98" y="29"/>
                    <a:pt x="97" y="28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7" y="28"/>
                    <a:pt x="97" y="27"/>
                    <a:pt x="96" y="27"/>
                  </a:cubicBezTo>
                  <a:cubicBezTo>
                    <a:pt x="96" y="26"/>
                    <a:pt x="95" y="26"/>
                    <a:pt x="94" y="25"/>
                  </a:cubicBezTo>
                  <a:cubicBezTo>
                    <a:pt x="94" y="25"/>
                    <a:pt x="94" y="24"/>
                    <a:pt x="93" y="24"/>
                  </a:cubicBezTo>
                  <a:cubicBezTo>
                    <a:pt x="94" y="23"/>
                    <a:pt x="94" y="22"/>
                    <a:pt x="94" y="21"/>
                  </a:cubicBezTo>
                  <a:cubicBezTo>
                    <a:pt x="95" y="20"/>
                    <a:pt x="95" y="19"/>
                    <a:pt x="96" y="18"/>
                  </a:cubicBezTo>
                  <a:cubicBezTo>
                    <a:pt x="96" y="18"/>
                    <a:pt x="96" y="17"/>
                    <a:pt x="97" y="16"/>
                  </a:cubicBezTo>
                  <a:cubicBezTo>
                    <a:pt x="97" y="14"/>
                    <a:pt x="98" y="13"/>
                    <a:pt x="98" y="13"/>
                  </a:cubicBezTo>
                  <a:cubicBezTo>
                    <a:pt x="98" y="13"/>
                    <a:pt x="98" y="13"/>
                    <a:pt x="97" y="13"/>
                  </a:cubicBezTo>
                  <a:cubicBezTo>
                    <a:pt x="97" y="13"/>
                    <a:pt x="97" y="13"/>
                    <a:pt x="97" y="13"/>
                  </a:cubicBezTo>
                  <a:cubicBezTo>
                    <a:pt x="96" y="12"/>
                    <a:pt x="96" y="12"/>
                    <a:pt x="95" y="11"/>
                  </a:cubicBezTo>
                  <a:cubicBezTo>
                    <a:pt x="94" y="11"/>
                    <a:pt x="94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0" y="11"/>
                  </a:cubicBezTo>
                  <a:cubicBezTo>
                    <a:pt x="90" y="12"/>
                    <a:pt x="89" y="12"/>
                    <a:pt x="88" y="13"/>
                  </a:cubicBezTo>
                  <a:cubicBezTo>
                    <a:pt x="87" y="14"/>
                    <a:pt x="86" y="14"/>
                    <a:pt x="86" y="15"/>
                  </a:cubicBezTo>
                  <a:cubicBezTo>
                    <a:pt x="85" y="16"/>
                    <a:pt x="84" y="16"/>
                    <a:pt x="84" y="17"/>
                  </a:cubicBezTo>
                  <a:cubicBezTo>
                    <a:pt x="83" y="17"/>
                    <a:pt x="83" y="16"/>
                    <a:pt x="82" y="16"/>
                  </a:cubicBezTo>
                  <a:cubicBezTo>
                    <a:pt x="82" y="16"/>
                    <a:pt x="81" y="16"/>
                    <a:pt x="81" y="15"/>
                  </a:cubicBezTo>
                  <a:cubicBezTo>
                    <a:pt x="81" y="15"/>
                    <a:pt x="81" y="15"/>
                    <a:pt x="80" y="15"/>
                  </a:cubicBezTo>
                  <a:cubicBezTo>
                    <a:pt x="80" y="15"/>
                    <a:pt x="80" y="15"/>
                    <a:pt x="80" y="15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79" y="15"/>
                    <a:pt x="79" y="15"/>
                    <a:pt x="78" y="14"/>
                  </a:cubicBezTo>
                  <a:cubicBezTo>
                    <a:pt x="78" y="14"/>
                    <a:pt x="77" y="14"/>
                    <a:pt x="76" y="13"/>
                  </a:cubicBezTo>
                  <a:cubicBezTo>
                    <a:pt x="75" y="13"/>
                    <a:pt x="75" y="13"/>
                    <a:pt x="74" y="13"/>
                  </a:cubicBezTo>
                  <a:cubicBezTo>
                    <a:pt x="74" y="12"/>
                    <a:pt x="74" y="11"/>
                    <a:pt x="74" y="10"/>
                  </a:cubicBezTo>
                  <a:cubicBezTo>
                    <a:pt x="74" y="8"/>
                    <a:pt x="74" y="6"/>
                    <a:pt x="74" y="4"/>
                  </a:cubicBezTo>
                  <a:cubicBezTo>
                    <a:pt x="74" y="3"/>
                    <a:pt x="74" y="2"/>
                    <a:pt x="74" y="2"/>
                  </a:cubicBezTo>
                  <a:cubicBezTo>
                    <a:pt x="74" y="2"/>
                    <a:pt x="73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2" y="1"/>
                    <a:pt x="71" y="1"/>
                    <a:pt x="70" y="1"/>
                  </a:cubicBezTo>
                  <a:cubicBezTo>
                    <a:pt x="70" y="1"/>
                    <a:pt x="69" y="1"/>
                    <a:pt x="68" y="1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0"/>
                    <a:pt x="67" y="1"/>
                    <a:pt x="66" y="3"/>
                  </a:cubicBezTo>
                  <a:cubicBezTo>
                    <a:pt x="65" y="4"/>
                    <a:pt x="64" y="6"/>
                    <a:pt x="64" y="8"/>
                  </a:cubicBezTo>
                  <a:cubicBezTo>
                    <a:pt x="63" y="9"/>
                    <a:pt x="63" y="10"/>
                    <a:pt x="63" y="11"/>
                  </a:cubicBezTo>
                  <a:cubicBezTo>
                    <a:pt x="62" y="11"/>
                    <a:pt x="61" y="11"/>
                    <a:pt x="61" y="11"/>
                  </a:cubicBezTo>
                  <a:cubicBezTo>
                    <a:pt x="60" y="11"/>
                    <a:pt x="59" y="11"/>
                    <a:pt x="58" y="11"/>
                  </a:cubicBezTo>
                  <a:cubicBezTo>
                    <a:pt x="58" y="11"/>
                    <a:pt x="57" y="11"/>
                    <a:pt x="57" y="11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56" y="11"/>
                    <a:pt x="56" y="11"/>
                    <a:pt x="55" y="11"/>
                  </a:cubicBezTo>
                  <a:cubicBezTo>
                    <a:pt x="55" y="11"/>
                    <a:pt x="55" y="11"/>
                    <a:pt x="54" y="11"/>
                  </a:cubicBezTo>
                  <a:cubicBezTo>
                    <a:pt x="53" y="11"/>
                    <a:pt x="53" y="11"/>
                    <a:pt x="52" y="11"/>
                  </a:cubicBezTo>
                  <a:cubicBezTo>
                    <a:pt x="52" y="10"/>
                    <a:pt x="52" y="10"/>
                    <a:pt x="51" y="9"/>
                  </a:cubicBezTo>
                  <a:cubicBezTo>
                    <a:pt x="51" y="8"/>
                    <a:pt x="50" y="7"/>
                    <a:pt x="50" y="6"/>
                  </a:cubicBezTo>
                  <a:cubicBezTo>
                    <a:pt x="49" y="5"/>
                    <a:pt x="49" y="4"/>
                    <a:pt x="48" y="4"/>
                  </a:cubicBezTo>
                  <a:cubicBezTo>
                    <a:pt x="47" y="2"/>
                    <a:pt x="47" y="1"/>
                    <a:pt x="47" y="1"/>
                  </a:cubicBezTo>
                  <a:cubicBezTo>
                    <a:pt x="47" y="1"/>
                    <a:pt x="47" y="1"/>
                    <a:pt x="46" y="1"/>
                  </a:cubicBezTo>
                  <a:cubicBezTo>
                    <a:pt x="46" y="1"/>
                    <a:pt x="46" y="1"/>
                    <a:pt x="46" y="2"/>
                  </a:cubicBezTo>
                  <a:cubicBezTo>
                    <a:pt x="45" y="2"/>
                    <a:pt x="44" y="2"/>
                    <a:pt x="44" y="2"/>
                  </a:cubicBezTo>
                  <a:cubicBezTo>
                    <a:pt x="43" y="2"/>
                    <a:pt x="42" y="3"/>
                    <a:pt x="42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4"/>
                    <a:pt x="41" y="6"/>
                  </a:cubicBezTo>
                  <a:cubicBezTo>
                    <a:pt x="41" y="7"/>
                    <a:pt x="41" y="8"/>
                    <a:pt x="41" y="9"/>
                  </a:cubicBezTo>
                  <a:cubicBezTo>
                    <a:pt x="41" y="10"/>
                    <a:pt x="41" y="11"/>
                    <a:pt x="41" y="12"/>
                  </a:cubicBezTo>
                  <a:cubicBezTo>
                    <a:pt x="41" y="13"/>
                    <a:pt x="41" y="14"/>
                    <a:pt x="41" y="14"/>
                  </a:cubicBezTo>
                  <a:cubicBezTo>
                    <a:pt x="40" y="15"/>
                    <a:pt x="40" y="15"/>
                    <a:pt x="39" y="15"/>
                  </a:cubicBezTo>
                  <a:cubicBezTo>
                    <a:pt x="38" y="16"/>
                    <a:pt x="38" y="16"/>
                    <a:pt x="37" y="16"/>
                  </a:cubicBezTo>
                  <a:cubicBezTo>
                    <a:pt x="37" y="16"/>
                    <a:pt x="36" y="17"/>
                    <a:pt x="36" y="17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6" y="17"/>
                    <a:pt x="36" y="17"/>
                    <a:pt x="35" y="17"/>
                  </a:cubicBezTo>
                  <a:cubicBezTo>
                    <a:pt x="35" y="17"/>
                    <a:pt x="34" y="18"/>
                    <a:pt x="33" y="18"/>
                  </a:cubicBezTo>
                  <a:cubicBezTo>
                    <a:pt x="33" y="19"/>
                    <a:pt x="32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8" y="16"/>
                    <a:pt x="26" y="15"/>
                    <a:pt x="25" y="14"/>
                  </a:cubicBezTo>
                  <a:cubicBezTo>
                    <a:pt x="24" y="14"/>
                    <a:pt x="24" y="13"/>
                    <a:pt x="23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13"/>
                    <a:pt x="22" y="13"/>
                    <a:pt x="22" y="13"/>
                  </a:cubicBezTo>
                  <a:cubicBezTo>
                    <a:pt x="22" y="14"/>
                    <a:pt x="21" y="14"/>
                    <a:pt x="21" y="14"/>
                  </a:cubicBezTo>
                  <a:cubicBezTo>
                    <a:pt x="21" y="14"/>
                    <a:pt x="20" y="15"/>
                    <a:pt x="20" y="15"/>
                  </a:cubicBezTo>
                  <a:cubicBezTo>
                    <a:pt x="20" y="15"/>
                    <a:pt x="19" y="16"/>
                    <a:pt x="18" y="16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8"/>
                    <a:pt x="19" y="19"/>
                  </a:cubicBezTo>
                  <a:cubicBezTo>
                    <a:pt x="20" y="21"/>
                    <a:pt x="21" y="23"/>
                    <a:pt x="22" y="25"/>
                  </a:cubicBezTo>
                  <a:cubicBezTo>
                    <a:pt x="22" y="26"/>
                    <a:pt x="23" y="26"/>
                    <a:pt x="23" y="27"/>
                  </a:cubicBezTo>
                  <a:cubicBezTo>
                    <a:pt x="23" y="27"/>
                    <a:pt x="23" y="28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9"/>
                    <a:pt x="21" y="30"/>
                    <a:pt x="20" y="30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31"/>
                    <a:pt x="20" y="31"/>
                    <a:pt x="19" y="32"/>
                  </a:cubicBezTo>
                  <a:cubicBezTo>
                    <a:pt x="19" y="32"/>
                    <a:pt x="18" y="33"/>
                    <a:pt x="18" y="34"/>
                  </a:cubicBezTo>
                  <a:cubicBezTo>
                    <a:pt x="18" y="34"/>
                    <a:pt x="17" y="35"/>
                    <a:pt x="17" y="35"/>
                  </a:cubicBezTo>
                  <a:cubicBezTo>
                    <a:pt x="16" y="35"/>
                    <a:pt x="15" y="35"/>
                    <a:pt x="14" y="35"/>
                  </a:cubicBezTo>
                  <a:cubicBezTo>
                    <a:pt x="13" y="35"/>
                    <a:pt x="12" y="34"/>
                    <a:pt x="11" y="34"/>
                  </a:cubicBezTo>
                  <a:cubicBezTo>
                    <a:pt x="11" y="34"/>
                    <a:pt x="10" y="34"/>
                    <a:pt x="10" y="34"/>
                  </a:cubicBezTo>
                  <a:cubicBezTo>
                    <a:pt x="9" y="34"/>
                    <a:pt x="9" y="34"/>
                    <a:pt x="8" y="34"/>
                  </a:cubicBezTo>
                  <a:cubicBezTo>
                    <a:pt x="7" y="34"/>
                    <a:pt x="6" y="34"/>
                    <a:pt x="6" y="34"/>
                  </a:cubicBezTo>
                  <a:cubicBezTo>
                    <a:pt x="6" y="34"/>
                    <a:pt x="6" y="34"/>
                    <a:pt x="5" y="34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6"/>
                    <a:pt x="5" y="36"/>
                    <a:pt x="4" y="36"/>
                  </a:cubicBezTo>
                  <a:cubicBezTo>
                    <a:pt x="4" y="37"/>
                    <a:pt x="4" y="37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9"/>
                    <a:pt x="4" y="40"/>
                    <a:pt x="5" y="41"/>
                  </a:cubicBezTo>
                  <a:cubicBezTo>
                    <a:pt x="7" y="42"/>
                    <a:pt x="8" y="44"/>
                    <a:pt x="10" y="45"/>
                  </a:cubicBezTo>
                  <a:cubicBezTo>
                    <a:pt x="11" y="45"/>
                    <a:pt x="12" y="46"/>
                    <a:pt x="12" y="46"/>
                  </a:cubicBezTo>
                  <a:cubicBezTo>
                    <a:pt x="12" y="47"/>
                    <a:pt x="12" y="47"/>
                    <a:pt x="12" y="48"/>
                  </a:cubicBezTo>
                  <a:cubicBezTo>
                    <a:pt x="12" y="49"/>
                    <a:pt x="11" y="50"/>
                    <a:pt x="11" y="50"/>
                  </a:cubicBezTo>
                  <a:cubicBezTo>
                    <a:pt x="11" y="51"/>
                    <a:pt x="11" y="51"/>
                    <a:pt x="11" y="51"/>
                  </a:cubicBezTo>
                  <a:cubicBezTo>
                    <a:pt x="11" y="51"/>
                    <a:pt x="11" y="52"/>
                    <a:pt x="11" y="52"/>
                  </a:cubicBezTo>
                  <a:cubicBezTo>
                    <a:pt x="11" y="53"/>
                    <a:pt x="11" y="54"/>
                    <a:pt x="11" y="55"/>
                  </a:cubicBezTo>
                  <a:cubicBezTo>
                    <a:pt x="11" y="55"/>
                    <a:pt x="11" y="56"/>
                    <a:pt x="10" y="56"/>
                  </a:cubicBezTo>
                  <a:cubicBezTo>
                    <a:pt x="10" y="57"/>
                    <a:pt x="9" y="57"/>
                    <a:pt x="8" y="57"/>
                  </a:cubicBezTo>
                  <a:cubicBezTo>
                    <a:pt x="6" y="58"/>
                    <a:pt x="4" y="58"/>
                    <a:pt x="2" y="59"/>
                  </a:cubicBezTo>
                  <a:cubicBezTo>
                    <a:pt x="1" y="59"/>
                    <a:pt x="0" y="60"/>
                    <a:pt x="0" y="60"/>
                  </a:cubicBezTo>
                  <a:cubicBezTo>
                    <a:pt x="0" y="60"/>
                    <a:pt x="0" y="60"/>
                    <a:pt x="0" y="61"/>
                  </a:cubicBezTo>
                  <a:cubicBezTo>
                    <a:pt x="0" y="61"/>
                    <a:pt x="0" y="61"/>
                    <a:pt x="0" y="62"/>
                  </a:cubicBezTo>
                  <a:cubicBezTo>
                    <a:pt x="0" y="62"/>
                    <a:pt x="0" y="62"/>
                    <a:pt x="0" y="63"/>
                  </a:cubicBezTo>
                  <a:cubicBezTo>
                    <a:pt x="0" y="63"/>
                    <a:pt x="0" y="64"/>
                    <a:pt x="0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6"/>
                    <a:pt x="1" y="66"/>
                    <a:pt x="2" y="67"/>
                  </a:cubicBezTo>
                  <a:cubicBezTo>
                    <a:pt x="3" y="67"/>
                    <a:pt x="3" y="67"/>
                    <a:pt x="4" y="67"/>
                  </a:cubicBezTo>
                  <a:cubicBezTo>
                    <a:pt x="4" y="67"/>
                    <a:pt x="5" y="67"/>
                    <a:pt x="5" y="67"/>
                  </a:cubicBezTo>
                  <a:cubicBezTo>
                    <a:pt x="6" y="67"/>
                    <a:pt x="7" y="68"/>
                    <a:pt x="8" y="68"/>
                  </a:cubicBezTo>
                  <a:cubicBezTo>
                    <a:pt x="9" y="68"/>
                    <a:pt x="10" y="68"/>
                    <a:pt x="11" y="68"/>
                  </a:cubicBezTo>
                  <a:cubicBezTo>
                    <a:pt x="11" y="69"/>
                    <a:pt x="11" y="69"/>
                    <a:pt x="11" y="70"/>
                  </a:cubicBezTo>
                  <a:cubicBezTo>
                    <a:pt x="12" y="71"/>
                    <a:pt x="12" y="72"/>
                    <a:pt x="12" y="72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3"/>
                    <a:pt x="12" y="74"/>
                    <a:pt x="12" y="74"/>
                  </a:cubicBezTo>
                  <a:cubicBezTo>
                    <a:pt x="13" y="75"/>
                    <a:pt x="13" y="76"/>
                    <a:pt x="13" y="76"/>
                  </a:cubicBezTo>
                  <a:cubicBezTo>
                    <a:pt x="13" y="77"/>
                    <a:pt x="13" y="77"/>
                    <a:pt x="13" y="77"/>
                  </a:cubicBezTo>
                  <a:cubicBezTo>
                    <a:pt x="14" y="78"/>
                    <a:pt x="14" y="78"/>
                    <a:pt x="14" y="78"/>
                  </a:cubicBezTo>
                  <a:cubicBezTo>
                    <a:pt x="13" y="79"/>
                    <a:pt x="12" y="79"/>
                    <a:pt x="12" y="80"/>
                  </a:cubicBezTo>
                  <a:cubicBezTo>
                    <a:pt x="10" y="81"/>
                    <a:pt x="8" y="83"/>
                    <a:pt x="7" y="84"/>
                  </a:cubicBezTo>
                  <a:cubicBezTo>
                    <a:pt x="6" y="85"/>
                    <a:pt x="5" y="86"/>
                    <a:pt x="5" y="86"/>
                  </a:cubicBezTo>
                  <a:cubicBezTo>
                    <a:pt x="5" y="86"/>
                    <a:pt x="5" y="86"/>
                    <a:pt x="6" y="87"/>
                  </a:cubicBezTo>
                  <a:cubicBezTo>
                    <a:pt x="6" y="87"/>
                    <a:pt x="6" y="88"/>
                    <a:pt x="7" y="89"/>
                  </a:cubicBezTo>
                  <a:cubicBezTo>
                    <a:pt x="7" y="89"/>
                    <a:pt x="7" y="89"/>
                    <a:pt x="7" y="90"/>
                  </a:cubicBezTo>
                  <a:cubicBezTo>
                    <a:pt x="8" y="90"/>
                    <a:pt x="8" y="90"/>
                    <a:pt x="8" y="90"/>
                  </a:cubicBezTo>
                  <a:cubicBezTo>
                    <a:pt x="8" y="91"/>
                    <a:pt x="8" y="91"/>
                    <a:pt x="8" y="91"/>
                  </a:cubicBezTo>
                  <a:cubicBezTo>
                    <a:pt x="8" y="91"/>
                    <a:pt x="9" y="91"/>
                    <a:pt x="9" y="91"/>
                  </a:cubicBezTo>
                  <a:cubicBezTo>
                    <a:pt x="10" y="91"/>
                    <a:pt x="10" y="91"/>
                    <a:pt x="11" y="91"/>
                  </a:cubicBezTo>
                  <a:cubicBezTo>
                    <a:pt x="13" y="90"/>
                    <a:pt x="15" y="90"/>
                    <a:pt x="17" y="89"/>
                  </a:cubicBezTo>
                  <a:cubicBezTo>
                    <a:pt x="18" y="89"/>
                    <a:pt x="19" y="89"/>
                    <a:pt x="19" y="89"/>
                  </a:cubicBezTo>
                  <a:cubicBezTo>
                    <a:pt x="20" y="89"/>
                    <a:pt x="20" y="89"/>
                    <a:pt x="20" y="90"/>
                  </a:cubicBezTo>
                  <a:cubicBezTo>
                    <a:pt x="21" y="91"/>
                    <a:pt x="22" y="91"/>
                    <a:pt x="22" y="92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22" y="92"/>
                    <a:pt x="23" y="93"/>
                    <a:pt x="23" y="93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4" y="94"/>
                    <a:pt x="24" y="94"/>
                    <a:pt x="25" y="95"/>
                  </a:cubicBezTo>
                  <a:cubicBezTo>
                    <a:pt x="25" y="95"/>
                    <a:pt x="26" y="96"/>
                    <a:pt x="26" y="96"/>
                  </a:cubicBezTo>
                  <a:cubicBezTo>
                    <a:pt x="26" y="97"/>
                    <a:pt x="25" y="98"/>
                    <a:pt x="25" y="99"/>
                  </a:cubicBezTo>
                  <a:cubicBezTo>
                    <a:pt x="25" y="100"/>
                    <a:pt x="24" y="101"/>
                    <a:pt x="24" y="102"/>
                  </a:cubicBezTo>
                  <a:cubicBezTo>
                    <a:pt x="23" y="103"/>
                    <a:pt x="23" y="103"/>
                    <a:pt x="23" y="104"/>
                  </a:cubicBezTo>
                  <a:cubicBezTo>
                    <a:pt x="22" y="106"/>
                    <a:pt x="22" y="107"/>
                    <a:pt x="22" y="107"/>
                  </a:cubicBezTo>
                  <a:cubicBezTo>
                    <a:pt x="22" y="107"/>
                    <a:pt x="22" y="107"/>
                    <a:pt x="22" y="107"/>
                  </a:cubicBezTo>
                  <a:cubicBezTo>
                    <a:pt x="22" y="107"/>
                    <a:pt x="22" y="107"/>
                    <a:pt x="23" y="107"/>
                  </a:cubicBezTo>
                  <a:cubicBezTo>
                    <a:pt x="23" y="108"/>
                    <a:pt x="24" y="108"/>
                    <a:pt x="24" y="109"/>
                  </a:cubicBezTo>
                  <a:cubicBezTo>
                    <a:pt x="25" y="109"/>
                    <a:pt x="26" y="110"/>
                    <a:pt x="26" y="110"/>
                  </a:cubicBezTo>
                  <a:cubicBezTo>
                    <a:pt x="26" y="110"/>
                    <a:pt x="27" y="110"/>
                    <a:pt x="27" y="110"/>
                  </a:cubicBezTo>
                  <a:cubicBezTo>
                    <a:pt x="27" y="110"/>
                    <a:pt x="27" y="111"/>
                    <a:pt x="27" y="111"/>
                  </a:cubicBezTo>
                  <a:cubicBezTo>
                    <a:pt x="27" y="111"/>
                    <a:pt x="28" y="110"/>
                    <a:pt x="29" y="109"/>
                  </a:cubicBezTo>
                  <a:cubicBezTo>
                    <a:pt x="30" y="108"/>
                    <a:pt x="31" y="108"/>
                    <a:pt x="31" y="107"/>
                  </a:cubicBezTo>
                  <a:cubicBezTo>
                    <a:pt x="32" y="106"/>
                    <a:pt x="33" y="106"/>
                    <a:pt x="34" y="105"/>
                  </a:cubicBezTo>
                  <a:cubicBezTo>
                    <a:pt x="34" y="104"/>
                    <a:pt x="35" y="104"/>
                    <a:pt x="36" y="103"/>
                  </a:cubicBezTo>
                  <a:cubicBezTo>
                    <a:pt x="36" y="103"/>
                    <a:pt x="37" y="104"/>
                    <a:pt x="37" y="104"/>
                  </a:cubicBezTo>
                  <a:cubicBezTo>
                    <a:pt x="38" y="104"/>
                    <a:pt x="38" y="104"/>
                    <a:pt x="38" y="105"/>
                  </a:cubicBezTo>
                  <a:cubicBezTo>
                    <a:pt x="39" y="105"/>
                    <a:pt x="39" y="105"/>
                    <a:pt x="39" y="105"/>
                  </a:cubicBezTo>
                  <a:cubicBezTo>
                    <a:pt x="39" y="105"/>
                    <a:pt x="39" y="105"/>
                    <a:pt x="39" y="105"/>
                  </a:cubicBezTo>
                  <a:cubicBezTo>
                    <a:pt x="40" y="105"/>
                    <a:pt x="40" y="105"/>
                    <a:pt x="40" y="105"/>
                  </a:cubicBezTo>
                  <a:cubicBezTo>
                    <a:pt x="40" y="105"/>
                    <a:pt x="41" y="106"/>
                    <a:pt x="41" y="106"/>
                  </a:cubicBezTo>
                  <a:cubicBezTo>
                    <a:pt x="42" y="106"/>
                    <a:pt x="43" y="106"/>
                    <a:pt x="44" y="107"/>
                  </a:cubicBezTo>
                  <a:cubicBezTo>
                    <a:pt x="44" y="107"/>
                    <a:pt x="45" y="107"/>
                    <a:pt x="45" y="107"/>
                  </a:cubicBezTo>
                  <a:cubicBezTo>
                    <a:pt x="45" y="108"/>
                    <a:pt x="45" y="109"/>
                    <a:pt x="45" y="110"/>
                  </a:cubicBezTo>
                  <a:cubicBezTo>
                    <a:pt x="45" y="112"/>
                    <a:pt x="45" y="114"/>
                    <a:pt x="46" y="116"/>
                  </a:cubicBezTo>
                  <a:cubicBezTo>
                    <a:pt x="46" y="117"/>
                    <a:pt x="46" y="119"/>
                    <a:pt x="46" y="119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46" y="119"/>
                    <a:pt x="47" y="119"/>
                    <a:pt x="47" y="119"/>
                  </a:cubicBezTo>
                  <a:cubicBezTo>
                    <a:pt x="47" y="119"/>
                    <a:pt x="48" y="119"/>
                    <a:pt x="49" y="119"/>
                  </a:cubicBezTo>
                  <a:cubicBezTo>
                    <a:pt x="50" y="119"/>
                    <a:pt x="51" y="119"/>
                    <a:pt x="51" y="120"/>
                  </a:cubicBezTo>
                  <a:cubicBezTo>
                    <a:pt x="51" y="120"/>
                    <a:pt x="52" y="120"/>
                    <a:pt x="52" y="120"/>
                  </a:cubicBezTo>
                  <a:cubicBezTo>
                    <a:pt x="52" y="120"/>
                    <a:pt x="52" y="120"/>
                    <a:pt x="52" y="120"/>
                  </a:cubicBezTo>
                  <a:cubicBezTo>
                    <a:pt x="52" y="120"/>
                    <a:pt x="53" y="119"/>
                    <a:pt x="53" y="117"/>
                  </a:cubicBezTo>
                  <a:cubicBezTo>
                    <a:pt x="54" y="116"/>
                    <a:pt x="55" y="114"/>
                    <a:pt x="56" y="112"/>
                  </a:cubicBezTo>
                  <a:cubicBezTo>
                    <a:pt x="56" y="111"/>
                    <a:pt x="57" y="110"/>
                    <a:pt x="57" y="109"/>
                  </a:cubicBezTo>
                  <a:cubicBezTo>
                    <a:pt x="57" y="109"/>
                    <a:pt x="58" y="109"/>
                    <a:pt x="58" y="109"/>
                  </a:cubicBezTo>
                  <a:cubicBezTo>
                    <a:pt x="60" y="109"/>
                    <a:pt x="60" y="109"/>
                    <a:pt x="61" y="109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2" y="109"/>
                    <a:pt x="62" y="109"/>
                    <a:pt x="63" y="109"/>
                  </a:cubicBezTo>
                  <a:cubicBezTo>
                    <a:pt x="63" y="109"/>
                    <a:pt x="63" y="109"/>
                    <a:pt x="63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09"/>
                    <a:pt x="65" y="109"/>
                    <a:pt x="65" y="109"/>
                  </a:cubicBezTo>
                  <a:cubicBezTo>
                    <a:pt x="66" y="109"/>
                    <a:pt x="66" y="109"/>
                    <a:pt x="67" y="109"/>
                  </a:cubicBezTo>
                  <a:cubicBezTo>
                    <a:pt x="67" y="110"/>
                    <a:pt x="68" y="110"/>
                    <a:pt x="68" y="111"/>
                  </a:cubicBezTo>
                  <a:cubicBezTo>
                    <a:pt x="69" y="112"/>
                    <a:pt x="69" y="113"/>
                    <a:pt x="70" y="114"/>
                  </a:cubicBezTo>
                  <a:cubicBezTo>
                    <a:pt x="70" y="115"/>
                    <a:pt x="71" y="116"/>
                    <a:pt x="71" y="116"/>
                  </a:cubicBezTo>
                  <a:cubicBezTo>
                    <a:pt x="72" y="118"/>
                    <a:pt x="73" y="119"/>
                    <a:pt x="73" y="119"/>
                  </a:cubicBezTo>
                  <a:cubicBezTo>
                    <a:pt x="73" y="119"/>
                    <a:pt x="73" y="119"/>
                    <a:pt x="73" y="119"/>
                  </a:cubicBezTo>
                  <a:cubicBezTo>
                    <a:pt x="73" y="119"/>
                    <a:pt x="73" y="119"/>
                    <a:pt x="74" y="119"/>
                  </a:cubicBezTo>
                  <a:cubicBezTo>
                    <a:pt x="74" y="118"/>
                    <a:pt x="75" y="118"/>
                    <a:pt x="76" y="118"/>
                  </a:cubicBezTo>
                  <a:cubicBezTo>
                    <a:pt x="77" y="118"/>
                    <a:pt x="77" y="118"/>
                    <a:pt x="78" y="117"/>
                  </a:cubicBezTo>
                  <a:cubicBezTo>
                    <a:pt x="78" y="117"/>
                    <a:pt x="78" y="117"/>
                    <a:pt x="79" y="117"/>
                  </a:cubicBezTo>
                  <a:cubicBezTo>
                    <a:pt x="79" y="117"/>
                    <a:pt x="79" y="117"/>
                    <a:pt x="79" y="117"/>
                  </a:cubicBezTo>
                  <a:cubicBezTo>
                    <a:pt x="79" y="117"/>
                    <a:pt x="79" y="116"/>
                    <a:pt x="79" y="114"/>
                  </a:cubicBezTo>
                  <a:cubicBezTo>
                    <a:pt x="79" y="114"/>
                    <a:pt x="79" y="113"/>
                    <a:pt x="79" y="112"/>
                  </a:cubicBezTo>
                  <a:cubicBezTo>
                    <a:pt x="79" y="111"/>
                    <a:pt x="79" y="109"/>
                    <a:pt x="79" y="108"/>
                  </a:cubicBezTo>
                  <a:cubicBezTo>
                    <a:pt x="79" y="107"/>
                    <a:pt x="79" y="107"/>
                    <a:pt x="78" y="106"/>
                  </a:cubicBezTo>
                  <a:cubicBezTo>
                    <a:pt x="79" y="105"/>
                    <a:pt x="80" y="105"/>
                    <a:pt x="80" y="105"/>
                  </a:cubicBezTo>
                  <a:cubicBezTo>
                    <a:pt x="81" y="105"/>
                    <a:pt x="82" y="104"/>
                    <a:pt x="82" y="104"/>
                  </a:cubicBezTo>
                  <a:cubicBezTo>
                    <a:pt x="83" y="104"/>
                    <a:pt x="83" y="103"/>
                    <a:pt x="83" y="103"/>
                  </a:cubicBezTo>
                  <a:cubicBezTo>
                    <a:pt x="83" y="103"/>
                    <a:pt x="83" y="103"/>
                    <a:pt x="83" y="103"/>
                  </a:cubicBezTo>
                  <a:cubicBezTo>
                    <a:pt x="83" y="103"/>
                    <a:pt x="84" y="103"/>
                    <a:pt x="84" y="103"/>
                  </a:cubicBezTo>
                  <a:cubicBezTo>
                    <a:pt x="84" y="103"/>
                    <a:pt x="85" y="102"/>
                    <a:pt x="86" y="102"/>
                  </a:cubicBezTo>
                  <a:cubicBezTo>
                    <a:pt x="87" y="101"/>
                    <a:pt x="87" y="101"/>
                    <a:pt x="87" y="101"/>
                  </a:cubicBezTo>
                  <a:cubicBezTo>
                    <a:pt x="88" y="101"/>
                    <a:pt x="89" y="102"/>
                    <a:pt x="90" y="102"/>
                  </a:cubicBezTo>
                  <a:cubicBezTo>
                    <a:pt x="91" y="104"/>
                    <a:pt x="93" y="105"/>
                    <a:pt x="95" y="106"/>
                  </a:cubicBezTo>
                  <a:cubicBezTo>
                    <a:pt x="95" y="106"/>
                    <a:pt x="96" y="107"/>
                    <a:pt x="96" y="107"/>
                  </a:cubicBezTo>
                  <a:cubicBezTo>
                    <a:pt x="97" y="107"/>
                    <a:pt x="97" y="107"/>
                    <a:pt x="97" y="107"/>
                  </a:cubicBezTo>
                  <a:cubicBezTo>
                    <a:pt x="97" y="107"/>
                    <a:pt x="97" y="107"/>
                    <a:pt x="98" y="107"/>
                  </a:cubicBezTo>
                  <a:cubicBezTo>
                    <a:pt x="98" y="107"/>
                    <a:pt x="98" y="106"/>
                    <a:pt x="98" y="106"/>
                  </a:cubicBezTo>
                  <a:cubicBezTo>
                    <a:pt x="99" y="106"/>
                    <a:pt x="99" y="106"/>
                    <a:pt x="99" y="105"/>
                  </a:cubicBezTo>
                  <a:cubicBezTo>
                    <a:pt x="100" y="105"/>
                    <a:pt x="100" y="104"/>
                    <a:pt x="101" y="104"/>
                  </a:cubicBezTo>
                  <a:cubicBezTo>
                    <a:pt x="101" y="103"/>
                    <a:pt x="102" y="103"/>
                    <a:pt x="102" y="103"/>
                  </a:cubicBezTo>
                  <a:cubicBezTo>
                    <a:pt x="102" y="103"/>
                    <a:pt x="101" y="102"/>
                    <a:pt x="101" y="101"/>
                  </a:cubicBezTo>
                  <a:cubicBezTo>
                    <a:pt x="100" y="99"/>
                    <a:pt x="99" y="97"/>
                    <a:pt x="98" y="95"/>
                  </a:cubicBezTo>
                  <a:cubicBezTo>
                    <a:pt x="97" y="95"/>
                    <a:pt x="97" y="94"/>
                    <a:pt x="96" y="93"/>
                  </a:cubicBezTo>
                  <a:cubicBezTo>
                    <a:pt x="97" y="93"/>
                    <a:pt x="97" y="93"/>
                    <a:pt x="97" y="92"/>
                  </a:cubicBezTo>
                  <a:cubicBezTo>
                    <a:pt x="97" y="92"/>
                    <a:pt x="97" y="92"/>
                    <a:pt x="98" y="92"/>
                  </a:cubicBezTo>
                  <a:cubicBezTo>
                    <a:pt x="98" y="91"/>
                    <a:pt x="99" y="90"/>
                    <a:pt x="99" y="90"/>
                  </a:cubicBezTo>
                  <a:cubicBezTo>
                    <a:pt x="99" y="89"/>
                    <a:pt x="100" y="89"/>
                    <a:pt x="100" y="89"/>
                  </a:cubicBezTo>
                  <a:cubicBezTo>
                    <a:pt x="100" y="89"/>
                    <a:pt x="100" y="89"/>
                    <a:pt x="100" y="88"/>
                  </a:cubicBezTo>
                  <a:cubicBezTo>
                    <a:pt x="101" y="88"/>
                    <a:pt x="101" y="87"/>
                    <a:pt x="102" y="86"/>
                  </a:cubicBezTo>
                  <a:cubicBezTo>
                    <a:pt x="102" y="86"/>
                    <a:pt x="102" y="85"/>
                    <a:pt x="102" y="85"/>
                  </a:cubicBezTo>
                  <a:cubicBezTo>
                    <a:pt x="103" y="85"/>
                    <a:pt x="104" y="85"/>
                    <a:pt x="105" y="85"/>
                  </a:cubicBezTo>
                  <a:cubicBezTo>
                    <a:pt x="106" y="86"/>
                    <a:pt x="107" y="86"/>
                    <a:pt x="108" y="86"/>
                  </a:cubicBezTo>
                  <a:cubicBezTo>
                    <a:pt x="109" y="86"/>
                    <a:pt x="109" y="86"/>
                    <a:pt x="110" y="86"/>
                  </a:cubicBezTo>
                  <a:cubicBezTo>
                    <a:pt x="110" y="86"/>
                    <a:pt x="111" y="86"/>
                    <a:pt x="111" y="86"/>
                  </a:cubicBezTo>
                  <a:cubicBezTo>
                    <a:pt x="113" y="86"/>
                    <a:pt x="114" y="87"/>
                    <a:pt x="114" y="87"/>
                  </a:cubicBezTo>
                  <a:cubicBezTo>
                    <a:pt x="114" y="87"/>
                    <a:pt x="114" y="86"/>
                    <a:pt x="114" y="86"/>
                  </a:cubicBezTo>
                  <a:cubicBezTo>
                    <a:pt x="114" y="86"/>
                    <a:pt x="114" y="85"/>
                    <a:pt x="114" y="85"/>
                  </a:cubicBezTo>
                  <a:cubicBezTo>
                    <a:pt x="114" y="85"/>
                    <a:pt x="114" y="85"/>
                    <a:pt x="115" y="85"/>
                  </a:cubicBezTo>
                  <a:cubicBezTo>
                    <a:pt x="115" y="84"/>
                    <a:pt x="115" y="84"/>
                    <a:pt x="115" y="84"/>
                  </a:cubicBezTo>
                  <a:cubicBezTo>
                    <a:pt x="115" y="83"/>
                    <a:pt x="115" y="83"/>
                    <a:pt x="115" y="83"/>
                  </a:cubicBezTo>
                  <a:cubicBezTo>
                    <a:pt x="116" y="82"/>
                    <a:pt x="116" y="82"/>
                    <a:pt x="116" y="82"/>
                  </a:cubicBezTo>
                  <a:cubicBezTo>
                    <a:pt x="116" y="81"/>
                    <a:pt x="116" y="81"/>
                    <a:pt x="116" y="81"/>
                  </a:cubicBezTo>
                  <a:cubicBezTo>
                    <a:pt x="116" y="81"/>
                    <a:pt x="115" y="80"/>
                    <a:pt x="114" y="79"/>
                  </a:cubicBezTo>
                  <a:cubicBezTo>
                    <a:pt x="113" y="78"/>
                    <a:pt x="111" y="77"/>
                    <a:pt x="109" y="75"/>
                  </a:cubicBezTo>
                  <a:cubicBezTo>
                    <a:pt x="109" y="75"/>
                    <a:pt x="108" y="74"/>
                    <a:pt x="107" y="74"/>
                  </a:cubicBezTo>
                  <a:cubicBezTo>
                    <a:pt x="107" y="73"/>
                    <a:pt x="107" y="73"/>
                    <a:pt x="108" y="72"/>
                  </a:cubicBezTo>
                  <a:cubicBezTo>
                    <a:pt x="108" y="71"/>
                    <a:pt x="108" y="70"/>
                    <a:pt x="108" y="70"/>
                  </a:cubicBezTo>
                  <a:cubicBezTo>
                    <a:pt x="108" y="69"/>
                    <a:pt x="108" y="69"/>
                    <a:pt x="108" y="69"/>
                  </a:cubicBezTo>
                  <a:cubicBezTo>
                    <a:pt x="108" y="69"/>
                    <a:pt x="108" y="68"/>
                    <a:pt x="108" y="68"/>
                  </a:cubicBezTo>
                  <a:cubicBezTo>
                    <a:pt x="108" y="67"/>
                    <a:pt x="109" y="66"/>
                    <a:pt x="109" y="65"/>
                  </a:cubicBezTo>
                  <a:cubicBezTo>
                    <a:pt x="109" y="65"/>
                    <a:pt x="109" y="64"/>
                    <a:pt x="109" y="64"/>
                  </a:cubicBezTo>
                  <a:cubicBezTo>
                    <a:pt x="110" y="64"/>
                    <a:pt x="111" y="63"/>
                    <a:pt x="112" y="63"/>
                  </a:cubicBezTo>
                  <a:cubicBezTo>
                    <a:pt x="114" y="63"/>
                    <a:pt x="116" y="62"/>
                    <a:pt x="117" y="61"/>
                  </a:cubicBezTo>
                  <a:cubicBezTo>
                    <a:pt x="119" y="61"/>
                    <a:pt x="120" y="61"/>
                    <a:pt x="120" y="61"/>
                  </a:cubicBezTo>
                  <a:cubicBezTo>
                    <a:pt x="120" y="61"/>
                    <a:pt x="120" y="60"/>
                    <a:pt x="120" y="60"/>
                  </a:cubicBezTo>
                  <a:cubicBezTo>
                    <a:pt x="120" y="59"/>
                    <a:pt x="120" y="59"/>
                    <a:pt x="120" y="58"/>
                  </a:cubicBezTo>
                  <a:close/>
                  <a:moveTo>
                    <a:pt x="31" y="60"/>
                  </a:moveTo>
                  <a:cubicBezTo>
                    <a:pt x="31" y="44"/>
                    <a:pt x="44" y="31"/>
                    <a:pt x="60" y="31"/>
                  </a:cubicBezTo>
                  <a:cubicBezTo>
                    <a:pt x="76" y="31"/>
                    <a:pt x="89" y="44"/>
                    <a:pt x="89" y="60"/>
                  </a:cubicBezTo>
                  <a:cubicBezTo>
                    <a:pt x="89" y="76"/>
                    <a:pt x="76" y="89"/>
                    <a:pt x="60" y="89"/>
                  </a:cubicBezTo>
                  <a:cubicBezTo>
                    <a:pt x="44" y="89"/>
                    <a:pt x="31" y="76"/>
                    <a:pt x="31" y="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2" name="Oval 62">
              <a:extLst>
                <a:ext uri="{FF2B5EF4-FFF2-40B4-BE49-F238E27FC236}">
                  <a16:creationId xmlns:a16="http://schemas.microsoft.com/office/drawing/2014/main" id="{EF611233-462A-0B42-8587-0AD524198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0442" y="4066176"/>
              <a:ext cx="880869" cy="881765"/>
            </a:xfrm>
            <a:prstGeom prst="ellipse">
              <a:avLst/>
            </a:prstGeom>
            <a:solidFill>
              <a:srgbClr val="00A39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3" name="Freeform 63">
              <a:extLst>
                <a:ext uri="{FF2B5EF4-FFF2-40B4-BE49-F238E27FC236}">
                  <a16:creationId xmlns:a16="http://schemas.microsoft.com/office/drawing/2014/main" id="{ECDE2A74-E589-694B-AD72-50F0C6B08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93753" y="4231058"/>
              <a:ext cx="334246" cy="551103"/>
            </a:xfrm>
            <a:custGeom>
              <a:avLst/>
              <a:gdLst>
                <a:gd name="T0" fmla="*/ 143 w 158"/>
                <a:gd name="T1" fmla="*/ 0 h 260"/>
                <a:gd name="T2" fmla="*/ 15 w 158"/>
                <a:gd name="T3" fmla="*/ 0 h 260"/>
                <a:gd name="T4" fmla="*/ 0 w 158"/>
                <a:gd name="T5" fmla="*/ 15 h 260"/>
                <a:gd name="T6" fmla="*/ 0 w 158"/>
                <a:gd name="T7" fmla="*/ 245 h 260"/>
                <a:gd name="T8" fmla="*/ 15 w 158"/>
                <a:gd name="T9" fmla="*/ 260 h 260"/>
                <a:gd name="T10" fmla="*/ 143 w 158"/>
                <a:gd name="T11" fmla="*/ 260 h 260"/>
                <a:gd name="T12" fmla="*/ 158 w 158"/>
                <a:gd name="T13" fmla="*/ 245 h 260"/>
                <a:gd name="T14" fmla="*/ 158 w 158"/>
                <a:gd name="T15" fmla="*/ 15 h 260"/>
                <a:gd name="T16" fmla="*/ 143 w 158"/>
                <a:gd name="T17" fmla="*/ 0 h 260"/>
                <a:gd name="T18" fmla="*/ 79 w 158"/>
                <a:gd name="T19" fmla="*/ 4 h 260"/>
                <a:gd name="T20" fmla="*/ 84 w 158"/>
                <a:gd name="T21" fmla="*/ 9 h 260"/>
                <a:gd name="T22" fmla="*/ 79 w 158"/>
                <a:gd name="T23" fmla="*/ 14 h 260"/>
                <a:gd name="T24" fmla="*/ 74 w 158"/>
                <a:gd name="T25" fmla="*/ 9 h 260"/>
                <a:gd name="T26" fmla="*/ 79 w 158"/>
                <a:gd name="T27" fmla="*/ 4 h 260"/>
                <a:gd name="T28" fmla="*/ 105 w 158"/>
                <a:gd name="T29" fmla="*/ 245 h 260"/>
                <a:gd name="T30" fmla="*/ 102 w 158"/>
                <a:gd name="T31" fmla="*/ 248 h 260"/>
                <a:gd name="T32" fmla="*/ 55 w 158"/>
                <a:gd name="T33" fmla="*/ 248 h 260"/>
                <a:gd name="T34" fmla="*/ 53 w 158"/>
                <a:gd name="T35" fmla="*/ 245 h 260"/>
                <a:gd name="T36" fmla="*/ 53 w 158"/>
                <a:gd name="T37" fmla="*/ 238 h 260"/>
                <a:gd name="T38" fmla="*/ 55 w 158"/>
                <a:gd name="T39" fmla="*/ 235 h 260"/>
                <a:gd name="T40" fmla="*/ 102 w 158"/>
                <a:gd name="T41" fmla="*/ 235 h 260"/>
                <a:gd name="T42" fmla="*/ 105 w 158"/>
                <a:gd name="T43" fmla="*/ 238 h 260"/>
                <a:gd name="T44" fmla="*/ 105 w 158"/>
                <a:gd name="T45" fmla="*/ 245 h 260"/>
                <a:gd name="T46" fmla="*/ 142 w 158"/>
                <a:gd name="T47" fmla="*/ 224 h 260"/>
                <a:gd name="T48" fmla="*/ 15 w 158"/>
                <a:gd name="T49" fmla="*/ 224 h 260"/>
                <a:gd name="T50" fmla="*/ 15 w 158"/>
                <a:gd name="T51" fmla="*/ 21 h 260"/>
                <a:gd name="T52" fmla="*/ 142 w 158"/>
                <a:gd name="T53" fmla="*/ 21 h 260"/>
                <a:gd name="T54" fmla="*/ 142 w 158"/>
                <a:gd name="T55" fmla="*/ 224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58" h="260">
                  <a:moveTo>
                    <a:pt x="143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53"/>
                    <a:pt x="7" y="260"/>
                    <a:pt x="15" y="260"/>
                  </a:cubicBezTo>
                  <a:cubicBezTo>
                    <a:pt x="143" y="260"/>
                    <a:pt x="143" y="260"/>
                    <a:pt x="143" y="260"/>
                  </a:cubicBezTo>
                  <a:cubicBezTo>
                    <a:pt x="151" y="260"/>
                    <a:pt x="158" y="253"/>
                    <a:pt x="158" y="245"/>
                  </a:cubicBezTo>
                  <a:cubicBezTo>
                    <a:pt x="158" y="15"/>
                    <a:pt x="158" y="15"/>
                    <a:pt x="158" y="15"/>
                  </a:cubicBezTo>
                  <a:cubicBezTo>
                    <a:pt x="158" y="7"/>
                    <a:pt x="151" y="0"/>
                    <a:pt x="143" y="0"/>
                  </a:cubicBezTo>
                  <a:close/>
                  <a:moveTo>
                    <a:pt x="79" y="4"/>
                  </a:moveTo>
                  <a:cubicBezTo>
                    <a:pt x="82" y="4"/>
                    <a:pt x="84" y="6"/>
                    <a:pt x="84" y="9"/>
                  </a:cubicBezTo>
                  <a:cubicBezTo>
                    <a:pt x="84" y="12"/>
                    <a:pt x="82" y="14"/>
                    <a:pt x="79" y="14"/>
                  </a:cubicBezTo>
                  <a:cubicBezTo>
                    <a:pt x="76" y="14"/>
                    <a:pt x="74" y="12"/>
                    <a:pt x="74" y="9"/>
                  </a:cubicBezTo>
                  <a:cubicBezTo>
                    <a:pt x="74" y="6"/>
                    <a:pt x="76" y="4"/>
                    <a:pt x="79" y="4"/>
                  </a:cubicBezTo>
                  <a:close/>
                  <a:moveTo>
                    <a:pt x="105" y="245"/>
                  </a:moveTo>
                  <a:cubicBezTo>
                    <a:pt x="105" y="247"/>
                    <a:pt x="104" y="248"/>
                    <a:pt x="102" y="248"/>
                  </a:cubicBezTo>
                  <a:cubicBezTo>
                    <a:pt x="55" y="248"/>
                    <a:pt x="55" y="248"/>
                    <a:pt x="55" y="248"/>
                  </a:cubicBezTo>
                  <a:cubicBezTo>
                    <a:pt x="54" y="248"/>
                    <a:pt x="53" y="247"/>
                    <a:pt x="53" y="245"/>
                  </a:cubicBezTo>
                  <a:cubicBezTo>
                    <a:pt x="53" y="238"/>
                    <a:pt x="53" y="238"/>
                    <a:pt x="53" y="238"/>
                  </a:cubicBezTo>
                  <a:cubicBezTo>
                    <a:pt x="53" y="236"/>
                    <a:pt x="54" y="235"/>
                    <a:pt x="55" y="235"/>
                  </a:cubicBezTo>
                  <a:cubicBezTo>
                    <a:pt x="102" y="235"/>
                    <a:pt x="102" y="235"/>
                    <a:pt x="102" y="235"/>
                  </a:cubicBezTo>
                  <a:cubicBezTo>
                    <a:pt x="104" y="235"/>
                    <a:pt x="105" y="236"/>
                    <a:pt x="105" y="238"/>
                  </a:cubicBezTo>
                  <a:lnTo>
                    <a:pt x="105" y="245"/>
                  </a:lnTo>
                  <a:close/>
                  <a:moveTo>
                    <a:pt x="142" y="224"/>
                  </a:moveTo>
                  <a:cubicBezTo>
                    <a:pt x="15" y="224"/>
                    <a:pt x="15" y="224"/>
                    <a:pt x="15" y="224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2" y="21"/>
                    <a:pt x="142" y="21"/>
                    <a:pt x="142" y="21"/>
                  </a:cubicBezTo>
                  <a:lnTo>
                    <a:pt x="142" y="2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4" name="Oval 64">
              <a:extLst>
                <a:ext uri="{FF2B5EF4-FFF2-40B4-BE49-F238E27FC236}">
                  <a16:creationId xmlns:a16="http://schemas.microsoft.com/office/drawing/2014/main" id="{EF2AEDD5-AE42-4849-8668-E9E717AA2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985" y="3968500"/>
              <a:ext cx="550207" cy="552895"/>
            </a:xfrm>
            <a:prstGeom prst="ellipse">
              <a:avLst/>
            </a:prstGeom>
            <a:solidFill>
              <a:srgbClr val="F39C1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5" name="Freeform 65">
              <a:extLst>
                <a:ext uri="{FF2B5EF4-FFF2-40B4-BE49-F238E27FC236}">
                  <a16:creationId xmlns:a16="http://schemas.microsoft.com/office/drawing/2014/main" id="{5D3E185A-B211-C340-86EB-B8A36EF6E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8258" y="4049150"/>
              <a:ext cx="257181" cy="258078"/>
            </a:xfrm>
            <a:custGeom>
              <a:avLst/>
              <a:gdLst>
                <a:gd name="T0" fmla="*/ 121 w 121"/>
                <a:gd name="T1" fmla="*/ 122 h 122"/>
                <a:gd name="T2" fmla="*/ 109 w 121"/>
                <a:gd name="T3" fmla="*/ 122 h 122"/>
                <a:gd name="T4" fmla="*/ 0 w 121"/>
                <a:gd name="T5" fmla="*/ 12 h 122"/>
                <a:gd name="T6" fmla="*/ 0 w 121"/>
                <a:gd name="T7" fmla="*/ 0 h 122"/>
                <a:gd name="T8" fmla="*/ 121 w 121"/>
                <a:gd name="T9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22">
                  <a:moveTo>
                    <a:pt x="121" y="122"/>
                  </a:moveTo>
                  <a:cubicBezTo>
                    <a:pt x="109" y="122"/>
                    <a:pt x="109" y="122"/>
                    <a:pt x="109" y="122"/>
                  </a:cubicBezTo>
                  <a:cubicBezTo>
                    <a:pt x="109" y="61"/>
                    <a:pt x="60" y="12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7" y="0"/>
                    <a:pt x="121" y="55"/>
                    <a:pt x="121" y="1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6" name="Freeform 66">
              <a:extLst>
                <a:ext uri="{FF2B5EF4-FFF2-40B4-BE49-F238E27FC236}">
                  <a16:creationId xmlns:a16="http://schemas.microsoft.com/office/drawing/2014/main" id="{C14EDEB3-85F1-E74D-A1F8-905AD7421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8258" y="4102020"/>
              <a:ext cx="206104" cy="205207"/>
            </a:xfrm>
            <a:custGeom>
              <a:avLst/>
              <a:gdLst>
                <a:gd name="T0" fmla="*/ 97 w 97"/>
                <a:gd name="T1" fmla="*/ 97 h 97"/>
                <a:gd name="T2" fmla="*/ 85 w 97"/>
                <a:gd name="T3" fmla="*/ 97 h 97"/>
                <a:gd name="T4" fmla="*/ 0 w 97"/>
                <a:gd name="T5" fmla="*/ 12 h 97"/>
                <a:gd name="T6" fmla="*/ 0 w 97"/>
                <a:gd name="T7" fmla="*/ 0 h 97"/>
                <a:gd name="T8" fmla="*/ 97 w 97"/>
                <a:gd name="T9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97">
                  <a:moveTo>
                    <a:pt x="97" y="97"/>
                  </a:moveTo>
                  <a:cubicBezTo>
                    <a:pt x="85" y="97"/>
                    <a:pt x="85" y="97"/>
                    <a:pt x="85" y="97"/>
                  </a:cubicBezTo>
                  <a:cubicBezTo>
                    <a:pt x="85" y="50"/>
                    <a:pt x="47" y="12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0"/>
                    <a:pt x="97" y="43"/>
                    <a:pt x="97" y="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7" name="Freeform 67">
              <a:extLst>
                <a:ext uri="{FF2B5EF4-FFF2-40B4-BE49-F238E27FC236}">
                  <a16:creationId xmlns:a16="http://schemas.microsoft.com/office/drawing/2014/main" id="{C5457D1E-9C77-714D-A315-C4B94EEF6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8258" y="4153098"/>
              <a:ext cx="153233" cy="154130"/>
            </a:xfrm>
            <a:custGeom>
              <a:avLst/>
              <a:gdLst>
                <a:gd name="T0" fmla="*/ 72 w 72"/>
                <a:gd name="T1" fmla="*/ 73 h 73"/>
                <a:gd name="T2" fmla="*/ 60 w 72"/>
                <a:gd name="T3" fmla="*/ 73 h 73"/>
                <a:gd name="T4" fmla="*/ 0 w 72"/>
                <a:gd name="T5" fmla="*/ 12 h 73"/>
                <a:gd name="T6" fmla="*/ 0 w 72"/>
                <a:gd name="T7" fmla="*/ 0 h 73"/>
                <a:gd name="T8" fmla="*/ 72 w 72"/>
                <a:gd name="T9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73">
                  <a:moveTo>
                    <a:pt x="72" y="73"/>
                  </a:moveTo>
                  <a:cubicBezTo>
                    <a:pt x="60" y="73"/>
                    <a:pt x="60" y="73"/>
                    <a:pt x="60" y="73"/>
                  </a:cubicBezTo>
                  <a:cubicBezTo>
                    <a:pt x="60" y="39"/>
                    <a:pt x="33" y="12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" y="0"/>
                    <a:pt x="72" y="33"/>
                    <a:pt x="72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8" name="Oval 68">
              <a:extLst>
                <a:ext uri="{FF2B5EF4-FFF2-40B4-BE49-F238E27FC236}">
                  <a16:creationId xmlns:a16="http://schemas.microsoft.com/office/drawing/2014/main" id="{2A190C5F-3995-9D4A-8422-0923341E8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24634" y="4243604"/>
              <a:ext cx="127247" cy="1272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9" name="Oval 69">
              <a:extLst>
                <a:ext uri="{FF2B5EF4-FFF2-40B4-BE49-F238E27FC236}">
                  <a16:creationId xmlns:a16="http://schemas.microsoft.com/office/drawing/2014/main" id="{5EA1CC5F-AEDB-D546-9B00-915EADEF9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4702" y="2889593"/>
              <a:ext cx="957037" cy="957934"/>
            </a:xfrm>
            <a:prstGeom prst="ellipse">
              <a:avLst/>
            </a:prstGeom>
            <a:solidFill>
              <a:srgbClr val="82B73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0" name="Freeform 70">
              <a:extLst>
                <a:ext uri="{FF2B5EF4-FFF2-40B4-BE49-F238E27FC236}">
                  <a16:creationId xmlns:a16="http://schemas.microsoft.com/office/drawing/2014/main" id="{AF383AE2-9A15-8447-B45D-B9D140931F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98403" y="3091216"/>
              <a:ext cx="589635" cy="419376"/>
            </a:xfrm>
            <a:custGeom>
              <a:avLst/>
              <a:gdLst>
                <a:gd name="T0" fmla="*/ 263 w 278"/>
                <a:gd name="T1" fmla="*/ 198 h 198"/>
                <a:gd name="T2" fmla="*/ 15 w 278"/>
                <a:gd name="T3" fmla="*/ 198 h 198"/>
                <a:gd name="T4" fmla="*/ 0 w 278"/>
                <a:gd name="T5" fmla="*/ 183 h 198"/>
                <a:gd name="T6" fmla="*/ 0 w 278"/>
                <a:gd name="T7" fmla="*/ 15 h 198"/>
                <a:gd name="T8" fmla="*/ 15 w 278"/>
                <a:gd name="T9" fmla="*/ 0 h 198"/>
                <a:gd name="T10" fmla="*/ 263 w 278"/>
                <a:gd name="T11" fmla="*/ 0 h 198"/>
                <a:gd name="T12" fmla="*/ 278 w 278"/>
                <a:gd name="T13" fmla="*/ 15 h 198"/>
                <a:gd name="T14" fmla="*/ 278 w 278"/>
                <a:gd name="T15" fmla="*/ 183 h 198"/>
                <a:gd name="T16" fmla="*/ 263 w 278"/>
                <a:gd name="T17" fmla="*/ 198 h 198"/>
                <a:gd name="T18" fmla="*/ 16 w 278"/>
                <a:gd name="T19" fmla="*/ 182 h 198"/>
                <a:gd name="T20" fmla="*/ 262 w 278"/>
                <a:gd name="T21" fmla="*/ 182 h 198"/>
                <a:gd name="T22" fmla="*/ 262 w 278"/>
                <a:gd name="T23" fmla="*/ 16 h 198"/>
                <a:gd name="T24" fmla="*/ 16 w 278"/>
                <a:gd name="T25" fmla="*/ 16 h 198"/>
                <a:gd name="T26" fmla="*/ 16 w 278"/>
                <a:gd name="T27" fmla="*/ 18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8" h="198">
                  <a:moveTo>
                    <a:pt x="263" y="198"/>
                  </a:moveTo>
                  <a:cubicBezTo>
                    <a:pt x="15" y="198"/>
                    <a:pt x="15" y="198"/>
                    <a:pt x="15" y="198"/>
                  </a:cubicBezTo>
                  <a:cubicBezTo>
                    <a:pt x="6" y="198"/>
                    <a:pt x="0" y="191"/>
                    <a:pt x="0" y="18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6" y="0"/>
                    <a:pt x="15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71" y="0"/>
                    <a:pt x="278" y="7"/>
                    <a:pt x="278" y="15"/>
                  </a:cubicBezTo>
                  <a:cubicBezTo>
                    <a:pt x="278" y="183"/>
                    <a:pt x="278" y="183"/>
                    <a:pt x="278" y="183"/>
                  </a:cubicBezTo>
                  <a:cubicBezTo>
                    <a:pt x="278" y="191"/>
                    <a:pt x="271" y="198"/>
                    <a:pt x="263" y="198"/>
                  </a:cubicBezTo>
                  <a:close/>
                  <a:moveTo>
                    <a:pt x="16" y="182"/>
                  </a:moveTo>
                  <a:cubicBezTo>
                    <a:pt x="262" y="182"/>
                    <a:pt x="262" y="182"/>
                    <a:pt x="262" y="182"/>
                  </a:cubicBezTo>
                  <a:cubicBezTo>
                    <a:pt x="262" y="16"/>
                    <a:pt x="262" y="16"/>
                    <a:pt x="262" y="16"/>
                  </a:cubicBezTo>
                  <a:cubicBezTo>
                    <a:pt x="16" y="16"/>
                    <a:pt x="16" y="16"/>
                    <a:pt x="16" y="16"/>
                  </a:cubicBezTo>
                  <a:lnTo>
                    <a:pt x="16" y="1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1" name="Freeform 71">
              <a:extLst>
                <a:ext uri="{FF2B5EF4-FFF2-40B4-BE49-F238E27FC236}">
                  <a16:creationId xmlns:a16="http://schemas.microsoft.com/office/drawing/2014/main" id="{6CFAC363-6715-3A43-8BF3-CDF61F91B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247" y="3591241"/>
              <a:ext cx="241948" cy="54662"/>
            </a:xfrm>
            <a:custGeom>
              <a:avLst/>
              <a:gdLst>
                <a:gd name="T0" fmla="*/ 109 w 114"/>
                <a:gd name="T1" fmla="*/ 0 h 26"/>
                <a:gd name="T2" fmla="*/ 5 w 114"/>
                <a:gd name="T3" fmla="*/ 0 h 26"/>
                <a:gd name="T4" fmla="*/ 0 w 114"/>
                <a:gd name="T5" fmla="*/ 4 h 26"/>
                <a:gd name="T6" fmla="*/ 0 w 114"/>
                <a:gd name="T7" fmla="*/ 22 h 26"/>
                <a:gd name="T8" fmla="*/ 5 w 114"/>
                <a:gd name="T9" fmla="*/ 26 h 26"/>
                <a:gd name="T10" fmla="*/ 109 w 114"/>
                <a:gd name="T11" fmla="*/ 26 h 26"/>
                <a:gd name="T12" fmla="*/ 114 w 114"/>
                <a:gd name="T13" fmla="*/ 22 h 26"/>
                <a:gd name="T14" fmla="*/ 114 w 114"/>
                <a:gd name="T15" fmla="*/ 4 h 26"/>
                <a:gd name="T16" fmla="*/ 109 w 114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" h="26">
                  <a:moveTo>
                    <a:pt x="109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2" y="26"/>
                    <a:pt x="5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12" y="26"/>
                    <a:pt x="114" y="24"/>
                    <a:pt x="114" y="22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4" y="2"/>
                    <a:pt x="112" y="0"/>
                    <a:pt x="1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2" name="Freeform 72">
              <a:extLst>
                <a:ext uri="{FF2B5EF4-FFF2-40B4-BE49-F238E27FC236}">
                  <a16:creationId xmlns:a16="http://schemas.microsoft.com/office/drawing/2014/main" id="{7B517EA8-BF1C-C548-8287-7747312E7E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25117" y="3491774"/>
              <a:ext cx="136208" cy="152337"/>
            </a:xfrm>
            <a:custGeom>
              <a:avLst/>
              <a:gdLst>
                <a:gd name="T0" fmla="*/ 59 w 64"/>
                <a:gd name="T1" fmla="*/ 0 h 72"/>
                <a:gd name="T2" fmla="*/ 5 w 64"/>
                <a:gd name="T3" fmla="*/ 0 h 72"/>
                <a:gd name="T4" fmla="*/ 0 w 64"/>
                <a:gd name="T5" fmla="*/ 5 h 72"/>
                <a:gd name="T6" fmla="*/ 0 w 64"/>
                <a:gd name="T7" fmla="*/ 66 h 72"/>
                <a:gd name="T8" fmla="*/ 5 w 64"/>
                <a:gd name="T9" fmla="*/ 72 h 72"/>
                <a:gd name="T10" fmla="*/ 59 w 64"/>
                <a:gd name="T11" fmla="*/ 72 h 72"/>
                <a:gd name="T12" fmla="*/ 64 w 64"/>
                <a:gd name="T13" fmla="*/ 66 h 72"/>
                <a:gd name="T14" fmla="*/ 64 w 64"/>
                <a:gd name="T15" fmla="*/ 5 h 72"/>
                <a:gd name="T16" fmla="*/ 59 w 64"/>
                <a:gd name="T17" fmla="*/ 0 h 72"/>
                <a:gd name="T18" fmla="*/ 32 w 64"/>
                <a:gd name="T19" fmla="*/ 27 h 72"/>
                <a:gd name="T20" fmla="*/ 24 w 64"/>
                <a:gd name="T21" fmla="*/ 19 h 72"/>
                <a:gd name="T22" fmla="*/ 32 w 64"/>
                <a:gd name="T23" fmla="*/ 10 h 72"/>
                <a:gd name="T24" fmla="*/ 40 w 64"/>
                <a:gd name="T25" fmla="*/ 19 h 72"/>
                <a:gd name="T26" fmla="*/ 32 w 64"/>
                <a:gd name="T27" fmla="*/ 27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" h="72">
                  <a:moveTo>
                    <a:pt x="59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9"/>
                    <a:pt x="2" y="72"/>
                    <a:pt x="5" y="72"/>
                  </a:cubicBezTo>
                  <a:cubicBezTo>
                    <a:pt x="59" y="72"/>
                    <a:pt x="59" y="72"/>
                    <a:pt x="59" y="72"/>
                  </a:cubicBezTo>
                  <a:cubicBezTo>
                    <a:pt x="62" y="72"/>
                    <a:pt x="64" y="69"/>
                    <a:pt x="64" y="66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2"/>
                    <a:pt x="62" y="0"/>
                    <a:pt x="59" y="0"/>
                  </a:cubicBezTo>
                  <a:close/>
                  <a:moveTo>
                    <a:pt x="32" y="27"/>
                  </a:moveTo>
                  <a:cubicBezTo>
                    <a:pt x="27" y="27"/>
                    <a:pt x="24" y="24"/>
                    <a:pt x="24" y="19"/>
                  </a:cubicBezTo>
                  <a:cubicBezTo>
                    <a:pt x="24" y="14"/>
                    <a:pt x="27" y="10"/>
                    <a:pt x="32" y="10"/>
                  </a:cubicBezTo>
                  <a:cubicBezTo>
                    <a:pt x="37" y="10"/>
                    <a:pt x="40" y="14"/>
                    <a:pt x="40" y="19"/>
                  </a:cubicBezTo>
                  <a:cubicBezTo>
                    <a:pt x="40" y="24"/>
                    <a:pt x="37" y="27"/>
                    <a:pt x="3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3" name="Oval 73">
              <a:extLst>
                <a:ext uri="{FF2B5EF4-FFF2-40B4-BE49-F238E27FC236}">
                  <a16:creationId xmlns:a16="http://schemas.microsoft.com/office/drawing/2014/main" id="{1A86F3F5-E940-914C-A6C2-B48AC7775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1893" y="2788333"/>
              <a:ext cx="364714" cy="363818"/>
            </a:xfrm>
            <a:prstGeom prst="ellipse">
              <a:avLst/>
            </a:prstGeom>
            <a:solidFill>
              <a:srgbClr val="F39C1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4" name="Freeform 74">
              <a:extLst>
                <a:ext uri="{FF2B5EF4-FFF2-40B4-BE49-F238E27FC236}">
                  <a16:creationId xmlns:a16="http://schemas.microsoft.com/office/drawing/2014/main" id="{19C94264-B97C-F94B-B9CB-1F55944865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74478" y="2860021"/>
              <a:ext cx="220441" cy="220441"/>
            </a:xfrm>
            <a:custGeom>
              <a:avLst/>
              <a:gdLst>
                <a:gd name="T0" fmla="*/ 97 w 104"/>
                <a:gd name="T1" fmla="*/ 56 h 104"/>
                <a:gd name="T2" fmla="*/ 97 w 104"/>
                <a:gd name="T3" fmla="*/ 49 h 104"/>
                <a:gd name="T4" fmla="*/ 96 w 104"/>
                <a:gd name="T5" fmla="*/ 44 h 104"/>
                <a:gd name="T6" fmla="*/ 99 w 104"/>
                <a:gd name="T7" fmla="*/ 39 h 104"/>
                <a:gd name="T8" fmla="*/ 101 w 104"/>
                <a:gd name="T9" fmla="*/ 34 h 104"/>
                <a:gd name="T10" fmla="*/ 96 w 104"/>
                <a:gd name="T11" fmla="*/ 32 h 104"/>
                <a:gd name="T12" fmla="*/ 90 w 104"/>
                <a:gd name="T13" fmla="*/ 29 h 104"/>
                <a:gd name="T14" fmla="*/ 87 w 104"/>
                <a:gd name="T15" fmla="*/ 25 h 104"/>
                <a:gd name="T16" fmla="*/ 85 w 104"/>
                <a:gd name="T17" fmla="*/ 16 h 104"/>
                <a:gd name="T18" fmla="*/ 84 w 104"/>
                <a:gd name="T19" fmla="*/ 10 h 104"/>
                <a:gd name="T20" fmla="*/ 76 w 104"/>
                <a:gd name="T21" fmla="*/ 13 h 104"/>
                <a:gd name="T22" fmla="*/ 68 w 104"/>
                <a:gd name="T23" fmla="*/ 11 h 104"/>
                <a:gd name="T24" fmla="*/ 62 w 104"/>
                <a:gd name="T25" fmla="*/ 9 h 104"/>
                <a:gd name="T26" fmla="*/ 59 w 104"/>
                <a:gd name="T27" fmla="*/ 0 h 104"/>
                <a:gd name="T28" fmla="*/ 54 w 104"/>
                <a:gd name="T29" fmla="*/ 0 h 104"/>
                <a:gd name="T30" fmla="*/ 50 w 104"/>
                <a:gd name="T31" fmla="*/ 8 h 104"/>
                <a:gd name="T32" fmla="*/ 43 w 104"/>
                <a:gd name="T33" fmla="*/ 9 h 104"/>
                <a:gd name="T34" fmla="*/ 38 w 104"/>
                <a:gd name="T35" fmla="*/ 10 h 104"/>
                <a:gd name="T36" fmla="*/ 33 w 104"/>
                <a:gd name="T37" fmla="*/ 8 h 104"/>
                <a:gd name="T38" fmla="*/ 27 w 104"/>
                <a:gd name="T39" fmla="*/ 6 h 104"/>
                <a:gd name="T40" fmla="*/ 27 w 104"/>
                <a:gd name="T41" fmla="*/ 16 h 104"/>
                <a:gd name="T42" fmla="*/ 21 w 104"/>
                <a:gd name="T43" fmla="*/ 20 h 104"/>
                <a:gd name="T44" fmla="*/ 17 w 104"/>
                <a:gd name="T45" fmla="*/ 25 h 104"/>
                <a:gd name="T46" fmla="*/ 8 w 104"/>
                <a:gd name="T47" fmla="*/ 24 h 104"/>
                <a:gd name="T48" fmla="*/ 5 w 104"/>
                <a:gd name="T49" fmla="*/ 29 h 104"/>
                <a:gd name="T50" fmla="*/ 11 w 104"/>
                <a:gd name="T51" fmla="*/ 36 h 104"/>
                <a:gd name="T52" fmla="*/ 9 w 104"/>
                <a:gd name="T53" fmla="*/ 43 h 104"/>
                <a:gd name="T54" fmla="*/ 8 w 104"/>
                <a:gd name="T55" fmla="*/ 50 h 104"/>
                <a:gd name="T56" fmla="*/ 0 w 104"/>
                <a:gd name="T57" fmla="*/ 56 h 104"/>
                <a:gd name="T58" fmla="*/ 4 w 104"/>
                <a:gd name="T59" fmla="*/ 59 h 104"/>
                <a:gd name="T60" fmla="*/ 9 w 104"/>
                <a:gd name="T61" fmla="*/ 62 h 104"/>
                <a:gd name="T62" fmla="*/ 10 w 104"/>
                <a:gd name="T63" fmla="*/ 68 h 104"/>
                <a:gd name="T64" fmla="*/ 13 w 104"/>
                <a:gd name="T65" fmla="*/ 73 h 104"/>
                <a:gd name="T66" fmla="*/ 8 w 104"/>
                <a:gd name="T67" fmla="*/ 81 h 104"/>
                <a:gd name="T68" fmla="*/ 12 w 104"/>
                <a:gd name="T69" fmla="*/ 86 h 104"/>
                <a:gd name="T70" fmla="*/ 20 w 104"/>
                <a:gd name="T71" fmla="*/ 83 h 104"/>
                <a:gd name="T72" fmla="*/ 25 w 104"/>
                <a:gd name="T73" fmla="*/ 88 h 104"/>
                <a:gd name="T74" fmla="*/ 32 w 104"/>
                <a:gd name="T75" fmla="*/ 93 h 104"/>
                <a:gd name="T76" fmla="*/ 34 w 104"/>
                <a:gd name="T77" fmla="*/ 101 h 104"/>
                <a:gd name="T78" fmla="*/ 39 w 104"/>
                <a:gd name="T79" fmla="*/ 99 h 104"/>
                <a:gd name="T80" fmla="*/ 48 w 104"/>
                <a:gd name="T81" fmla="*/ 97 h 104"/>
                <a:gd name="T82" fmla="*/ 53 w 104"/>
                <a:gd name="T83" fmla="*/ 97 h 104"/>
                <a:gd name="T84" fmla="*/ 58 w 104"/>
                <a:gd name="T85" fmla="*/ 100 h 104"/>
                <a:gd name="T86" fmla="*/ 63 w 104"/>
                <a:gd name="T87" fmla="*/ 103 h 104"/>
                <a:gd name="T88" fmla="*/ 66 w 104"/>
                <a:gd name="T89" fmla="*/ 99 h 104"/>
                <a:gd name="T90" fmla="*/ 69 w 104"/>
                <a:gd name="T91" fmla="*/ 94 h 104"/>
                <a:gd name="T92" fmla="*/ 73 w 104"/>
                <a:gd name="T93" fmla="*/ 91 h 104"/>
                <a:gd name="T94" fmla="*/ 79 w 104"/>
                <a:gd name="T95" fmla="*/ 88 h 104"/>
                <a:gd name="T96" fmla="*/ 87 w 104"/>
                <a:gd name="T97" fmla="*/ 91 h 104"/>
                <a:gd name="T98" fmla="*/ 91 w 104"/>
                <a:gd name="T99" fmla="*/ 88 h 104"/>
                <a:gd name="T100" fmla="*/ 88 w 104"/>
                <a:gd name="T101" fmla="*/ 79 h 104"/>
                <a:gd name="T102" fmla="*/ 91 w 104"/>
                <a:gd name="T103" fmla="*/ 75 h 104"/>
                <a:gd name="T104" fmla="*/ 93 w 104"/>
                <a:gd name="T105" fmla="*/ 70 h 104"/>
                <a:gd name="T106" fmla="*/ 94 w 104"/>
                <a:gd name="T107" fmla="*/ 67 h 104"/>
                <a:gd name="T108" fmla="*/ 103 w 104"/>
                <a:gd name="T109" fmla="*/ 64 h 104"/>
                <a:gd name="T110" fmla="*/ 52 w 104"/>
                <a:gd name="T111" fmla="*/ 82 h 104"/>
                <a:gd name="T112" fmla="*/ 52 w 104"/>
                <a:gd name="T113" fmla="*/ 8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4" h="104">
                  <a:moveTo>
                    <a:pt x="100" y="59"/>
                  </a:moveTo>
                  <a:cubicBezTo>
                    <a:pt x="98" y="58"/>
                    <a:pt x="97" y="57"/>
                    <a:pt x="97" y="57"/>
                  </a:cubicBezTo>
                  <a:cubicBezTo>
                    <a:pt x="97" y="57"/>
                    <a:pt x="97" y="57"/>
                    <a:pt x="97" y="57"/>
                  </a:cubicBezTo>
                  <a:cubicBezTo>
                    <a:pt x="97" y="57"/>
                    <a:pt x="97" y="56"/>
                    <a:pt x="97" y="56"/>
                  </a:cubicBezTo>
                  <a:cubicBezTo>
                    <a:pt x="97" y="56"/>
                    <a:pt x="97" y="55"/>
                    <a:pt x="97" y="55"/>
                  </a:cubicBezTo>
                  <a:cubicBezTo>
                    <a:pt x="97" y="54"/>
                    <a:pt x="97" y="54"/>
                    <a:pt x="97" y="53"/>
                  </a:cubicBezTo>
                  <a:cubicBezTo>
                    <a:pt x="97" y="52"/>
                    <a:pt x="97" y="51"/>
                    <a:pt x="97" y="51"/>
                  </a:cubicBezTo>
                  <a:cubicBezTo>
                    <a:pt x="97" y="50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8"/>
                  </a:cubicBezTo>
                  <a:cubicBezTo>
                    <a:pt x="97" y="47"/>
                    <a:pt x="96" y="46"/>
                    <a:pt x="96" y="45"/>
                  </a:cubicBezTo>
                  <a:cubicBezTo>
                    <a:pt x="96" y="45"/>
                    <a:pt x="96" y="45"/>
                    <a:pt x="96" y="44"/>
                  </a:cubicBezTo>
                  <a:cubicBezTo>
                    <a:pt x="96" y="44"/>
                    <a:pt x="96" y="43"/>
                    <a:pt x="96" y="43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96" y="42"/>
                    <a:pt x="97" y="41"/>
                    <a:pt x="99" y="39"/>
                  </a:cubicBezTo>
                  <a:cubicBezTo>
                    <a:pt x="100" y="39"/>
                    <a:pt x="101" y="38"/>
                    <a:pt x="101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6"/>
                  </a:cubicBezTo>
                  <a:cubicBezTo>
                    <a:pt x="102" y="36"/>
                    <a:pt x="102" y="35"/>
                    <a:pt x="101" y="34"/>
                  </a:cubicBezTo>
                  <a:cubicBezTo>
                    <a:pt x="101" y="34"/>
                    <a:pt x="101" y="33"/>
                    <a:pt x="101" y="32"/>
                  </a:cubicBezTo>
                  <a:cubicBezTo>
                    <a:pt x="101" y="32"/>
                    <a:pt x="100" y="32"/>
                    <a:pt x="100" y="32"/>
                  </a:cubicBezTo>
                  <a:cubicBezTo>
                    <a:pt x="100" y="32"/>
                    <a:pt x="100" y="32"/>
                    <a:pt x="99" y="32"/>
                  </a:cubicBezTo>
                  <a:cubicBezTo>
                    <a:pt x="98" y="32"/>
                    <a:pt x="97" y="32"/>
                    <a:pt x="96" y="32"/>
                  </a:cubicBezTo>
                  <a:cubicBezTo>
                    <a:pt x="94" y="32"/>
                    <a:pt x="92" y="32"/>
                    <a:pt x="92" y="32"/>
                  </a:cubicBezTo>
                  <a:cubicBezTo>
                    <a:pt x="92" y="32"/>
                    <a:pt x="92" y="32"/>
                    <a:pt x="92" y="31"/>
                  </a:cubicBezTo>
                  <a:cubicBezTo>
                    <a:pt x="91" y="31"/>
                    <a:pt x="91" y="31"/>
                    <a:pt x="91" y="30"/>
                  </a:cubicBezTo>
                  <a:cubicBezTo>
                    <a:pt x="91" y="30"/>
                    <a:pt x="91" y="29"/>
                    <a:pt x="90" y="29"/>
                  </a:cubicBezTo>
                  <a:cubicBezTo>
                    <a:pt x="90" y="28"/>
                    <a:pt x="89" y="27"/>
                    <a:pt x="89" y="27"/>
                  </a:cubicBezTo>
                  <a:cubicBezTo>
                    <a:pt x="89" y="26"/>
                    <a:pt x="88" y="26"/>
                    <a:pt x="88" y="26"/>
                  </a:cubicBezTo>
                  <a:cubicBezTo>
                    <a:pt x="88" y="26"/>
                    <a:pt x="88" y="26"/>
                    <a:pt x="88" y="26"/>
                  </a:cubicBezTo>
                  <a:cubicBezTo>
                    <a:pt x="88" y="26"/>
                    <a:pt x="88" y="25"/>
                    <a:pt x="87" y="25"/>
                  </a:cubicBezTo>
                  <a:cubicBezTo>
                    <a:pt x="87" y="24"/>
                    <a:pt x="86" y="23"/>
                    <a:pt x="86" y="23"/>
                  </a:cubicBezTo>
                  <a:cubicBezTo>
                    <a:pt x="85" y="22"/>
                    <a:pt x="84" y="21"/>
                    <a:pt x="84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20"/>
                    <a:pt x="84" y="18"/>
                    <a:pt x="85" y="16"/>
                  </a:cubicBezTo>
                  <a:cubicBezTo>
                    <a:pt x="85" y="15"/>
                    <a:pt x="85" y="14"/>
                    <a:pt x="86" y="13"/>
                  </a:cubicBezTo>
                  <a:cubicBezTo>
                    <a:pt x="86" y="13"/>
                    <a:pt x="86" y="12"/>
                    <a:pt x="86" y="12"/>
                  </a:cubicBezTo>
                  <a:cubicBezTo>
                    <a:pt x="86" y="12"/>
                    <a:pt x="86" y="12"/>
                    <a:pt x="85" y="12"/>
                  </a:cubicBezTo>
                  <a:cubicBezTo>
                    <a:pt x="85" y="11"/>
                    <a:pt x="85" y="11"/>
                    <a:pt x="84" y="10"/>
                  </a:cubicBezTo>
                  <a:cubicBezTo>
                    <a:pt x="83" y="10"/>
                    <a:pt x="83" y="10"/>
                    <a:pt x="82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9"/>
                    <a:pt x="80" y="10"/>
                    <a:pt x="78" y="11"/>
                  </a:cubicBezTo>
                  <a:cubicBezTo>
                    <a:pt x="77" y="12"/>
                    <a:pt x="77" y="13"/>
                    <a:pt x="76" y="13"/>
                  </a:cubicBezTo>
                  <a:cubicBezTo>
                    <a:pt x="76" y="14"/>
                    <a:pt x="75" y="14"/>
                    <a:pt x="75" y="14"/>
                  </a:cubicBezTo>
                  <a:cubicBezTo>
                    <a:pt x="75" y="14"/>
                    <a:pt x="75" y="14"/>
                    <a:pt x="74" y="13"/>
                  </a:cubicBezTo>
                  <a:cubicBezTo>
                    <a:pt x="73" y="13"/>
                    <a:pt x="73" y="13"/>
                    <a:pt x="72" y="12"/>
                  </a:cubicBezTo>
                  <a:cubicBezTo>
                    <a:pt x="70" y="11"/>
                    <a:pt x="68" y="11"/>
                    <a:pt x="68" y="11"/>
                  </a:cubicBezTo>
                  <a:cubicBezTo>
                    <a:pt x="68" y="11"/>
                    <a:pt x="68" y="10"/>
                    <a:pt x="67" y="10"/>
                  </a:cubicBezTo>
                  <a:cubicBezTo>
                    <a:pt x="67" y="10"/>
                    <a:pt x="66" y="10"/>
                    <a:pt x="66" y="10"/>
                  </a:cubicBezTo>
                  <a:cubicBezTo>
                    <a:pt x="65" y="10"/>
                    <a:pt x="65" y="9"/>
                    <a:pt x="64" y="9"/>
                  </a:cubicBezTo>
                  <a:cubicBezTo>
                    <a:pt x="63" y="9"/>
                    <a:pt x="63" y="9"/>
                    <a:pt x="62" y="9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0" y="6"/>
                    <a:pt x="60" y="4"/>
                  </a:cubicBezTo>
                  <a:cubicBezTo>
                    <a:pt x="60" y="2"/>
                    <a:pt x="59" y="0"/>
                    <a:pt x="59" y="0"/>
                  </a:cubicBezTo>
                  <a:cubicBezTo>
                    <a:pt x="59" y="0"/>
                    <a:pt x="58" y="0"/>
                    <a:pt x="56" y="0"/>
                  </a:cubicBezTo>
                  <a:cubicBezTo>
                    <a:pt x="56" y="0"/>
                    <a:pt x="56" y="0"/>
                    <a:pt x="55" y="0"/>
                  </a:cubicBezTo>
                  <a:cubicBezTo>
                    <a:pt x="55" y="0"/>
                    <a:pt x="55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3" y="2"/>
                    <a:pt x="52" y="4"/>
                  </a:cubicBezTo>
                  <a:cubicBezTo>
                    <a:pt x="51" y="6"/>
                    <a:pt x="51" y="8"/>
                    <a:pt x="51" y="8"/>
                  </a:cubicBezTo>
                  <a:cubicBezTo>
                    <a:pt x="51" y="8"/>
                    <a:pt x="51" y="8"/>
                    <a:pt x="50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49" y="8"/>
                    <a:pt x="49" y="8"/>
                    <a:pt x="48" y="8"/>
                  </a:cubicBezTo>
                  <a:cubicBezTo>
                    <a:pt x="48" y="8"/>
                    <a:pt x="47" y="8"/>
                    <a:pt x="47" y="8"/>
                  </a:cubicBezTo>
                  <a:cubicBezTo>
                    <a:pt x="46" y="8"/>
                    <a:pt x="45" y="8"/>
                    <a:pt x="44" y="8"/>
                  </a:cubicBezTo>
                  <a:cubicBezTo>
                    <a:pt x="44" y="9"/>
                    <a:pt x="43" y="9"/>
                    <a:pt x="43" y="9"/>
                  </a:cubicBezTo>
                  <a:cubicBezTo>
                    <a:pt x="43" y="9"/>
                    <a:pt x="43" y="9"/>
                    <a:pt x="42" y="9"/>
                  </a:cubicBezTo>
                  <a:cubicBezTo>
                    <a:pt x="42" y="9"/>
                    <a:pt x="41" y="9"/>
                    <a:pt x="41" y="9"/>
                  </a:cubicBezTo>
                  <a:cubicBezTo>
                    <a:pt x="40" y="9"/>
                    <a:pt x="40" y="9"/>
                    <a:pt x="39" y="10"/>
                  </a:cubicBezTo>
                  <a:cubicBezTo>
                    <a:pt x="39" y="10"/>
                    <a:pt x="38" y="10"/>
                    <a:pt x="38" y="10"/>
                  </a:cubicBezTo>
                  <a:cubicBezTo>
                    <a:pt x="38" y="10"/>
                    <a:pt x="37" y="10"/>
                    <a:pt x="37" y="10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4" y="9"/>
                    <a:pt x="33" y="8"/>
                  </a:cubicBezTo>
                  <a:cubicBezTo>
                    <a:pt x="32" y="7"/>
                    <a:pt x="31" y="6"/>
                    <a:pt x="31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29" y="5"/>
                  </a:cubicBezTo>
                  <a:cubicBezTo>
                    <a:pt x="29" y="5"/>
                    <a:pt x="28" y="6"/>
                    <a:pt x="27" y="6"/>
                  </a:cubicBezTo>
                  <a:cubicBezTo>
                    <a:pt x="26" y="7"/>
                    <a:pt x="25" y="7"/>
                    <a:pt x="25" y="7"/>
                  </a:cubicBezTo>
                  <a:cubicBezTo>
                    <a:pt x="25" y="7"/>
                    <a:pt x="25" y="8"/>
                    <a:pt x="25" y="9"/>
                  </a:cubicBezTo>
                  <a:cubicBezTo>
                    <a:pt x="25" y="10"/>
                    <a:pt x="26" y="11"/>
                    <a:pt x="26" y="12"/>
                  </a:cubicBezTo>
                  <a:cubicBezTo>
                    <a:pt x="26" y="14"/>
                    <a:pt x="27" y="16"/>
                    <a:pt x="27" y="16"/>
                  </a:cubicBezTo>
                  <a:cubicBezTo>
                    <a:pt x="27" y="16"/>
                    <a:pt x="27" y="16"/>
                    <a:pt x="26" y="16"/>
                  </a:cubicBezTo>
                  <a:cubicBezTo>
                    <a:pt x="25" y="17"/>
                    <a:pt x="25" y="17"/>
                    <a:pt x="24" y="18"/>
                  </a:cubicBezTo>
                  <a:cubicBezTo>
                    <a:pt x="23" y="18"/>
                    <a:pt x="22" y="19"/>
                    <a:pt x="22" y="20"/>
                  </a:cubicBezTo>
                  <a:cubicBezTo>
                    <a:pt x="22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1"/>
                    <a:pt x="20" y="21"/>
                  </a:cubicBezTo>
                  <a:cubicBezTo>
                    <a:pt x="20" y="22"/>
                    <a:pt x="19" y="23"/>
                    <a:pt x="18" y="23"/>
                  </a:cubicBezTo>
                  <a:cubicBezTo>
                    <a:pt x="18" y="24"/>
                    <a:pt x="17" y="25"/>
                    <a:pt x="17" y="25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3" y="26"/>
                    <a:pt x="12" y="25"/>
                  </a:cubicBezTo>
                  <a:cubicBezTo>
                    <a:pt x="10" y="25"/>
                    <a:pt x="8" y="24"/>
                    <a:pt x="8" y="24"/>
                  </a:cubicBezTo>
                  <a:cubicBezTo>
                    <a:pt x="8" y="24"/>
                    <a:pt x="8" y="25"/>
                    <a:pt x="7" y="25"/>
                  </a:cubicBezTo>
                  <a:cubicBezTo>
                    <a:pt x="7" y="26"/>
                    <a:pt x="7" y="26"/>
                    <a:pt x="6" y="27"/>
                  </a:cubicBezTo>
                  <a:cubicBezTo>
                    <a:pt x="6" y="27"/>
                    <a:pt x="6" y="28"/>
                    <a:pt x="6" y="28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9"/>
                    <a:pt x="7" y="31"/>
                    <a:pt x="8" y="32"/>
                  </a:cubicBezTo>
                  <a:cubicBezTo>
                    <a:pt x="9" y="33"/>
                    <a:pt x="10" y="34"/>
                    <a:pt x="10" y="34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6"/>
                  </a:cubicBezTo>
                  <a:cubicBezTo>
                    <a:pt x="10" y="37"/>
                    <a:pt x="10" y="38"/>
                    <a:pt x="10" y="39"/>
                  </a:cubicBezTo>
                  <a:cubicBezTo>
                    <a:pt x="9" y="40"/>
                    <a:pt x="9" y="41"/>
                    <a:pt x="9" y="41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3"/>
                    <a:pt x="9" y="43"/>
                  </a:cubicBezTo>
                  <a:cubicBezTo>
                    <a:pt x="9" y="43"/>
                    <a:pt x="9" y="43"/>
                    <a:pt x="9" y="44"/>
                  </a:cubicBezTo>
                  <a:cubicBezTo>
                    <a:pt x="8" y="44"/>
                    <a:pt x="8" y="45"/>
                    <a:pt x="8" y="46"/>
                  </a:cubicBezTo>
                  <a:cubicBezTo>
                    <a:pt x="8" y="47"/>
                    <a:pt x="8" y="48"/>
                    <a:pt x="8" y="49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6" y="51"/>
                    <a:pt x="4" y="51"/>
                  </a:cubicBezTo>
                  <a:cubicBezTo>
                    <a:pt x="3" y="52"/>
                    <a:pt x="2" y="52"/>
                    <a:pt x="1" y="52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3"/>
                    <a:pt x="0" y="54"/>
                    <a:pt x="0" y="56"/>
                  </a:cubicBezTo>
                  <a:cubicBezTo>
                    <a:pt x="0" y="56"/>
                    <a:pt x="0" y="57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1" y="59"/>
                    <a:pt x="1" y="59"/>
                  </a:cubicBezTo>
                  <a:cubicBezTo>
                    <a:pt x="2" y="59"/>
                    <a:pt x="3" y="59"/>
                    <a:pt x="4" y="59"/>
                  </a:cubicBezTo>
                  <a:cubicBezTo>
                    <a:pt x="6" y="60"/>
                    <a:pt x="8" y="60"/>
                    <a:pt x="8" y="60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8" y="61"/>
                    <a:pt x="9" y="61"/>
                    <a:pt x="9" y="61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3"/>
                    <a:pt x="9" y="63"/>
                    <a:pt x="9" y="64"/>
                  </a:cubicBezTo>
                  <a:cubicBezTo>
                    <a:pt x="9" y="64"/>
                    <a:pt x="9" y="65"/>
                    <a:pt x="10" y="65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67"/>
                    <a:pt x="10" y="68"/>
                    <a:pt x="10" y="68"/>
                  </a:cubicBezTo>
                  <a:cubicBezTo>
                    <a:pt x="10" y="68"/>
                    <a:pt x="11" y="68"/>
                    <a:pt x="11" y="69"/>
                  </a:cubicBezTo>
                  <a:cubicBezTo>
                    <a:pt x="11" y="69"/>
                    <a:pt x="11" y="70"/>
                    <a:pt x="12" y="71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3" y="73"/>
                    <a:pt x="13" y="73"/>
                    <a:pt x="13" y="73"/>
                  </a:cubicBezTo>
                  <a:cubicBezTo>
                    <a:pt x="13" y="74"/>
                    <a:pt x="13" y="74"/>
                    <a:pt x="14" y="74"/>
                  </a:cubicBezTo>
                  <a:cubicBezTo>
                    <a:pt x="14" y="74"/>
                    <a:pt x="14" y="75"/>
                    <a:pt x="14" y="75"/>
                  </a:cubicBezTo>
                  <a:cubicBezTo>
                    <a:pt x="14" y="75"/>
                    <a:pt x="12" y="76"/>
                    <a:pt x="11" y="78"/>
                  </a:cubicBezTo>
                  <a:cubicBezTo>
                    <a:pt x="10" y="79"/>
                    <a:pt x="8" y="81"/>
                    <a:pt x="8" y="81"/>
                  </a:cubicBezTo>
                  <a:cubicBezTo>
                    <a:pt x="8" y="81"/>
                    <a:pt x="9" y="81"/>
                    <a:pt x="9" y="82"/>
                  </a:cubicBezTo>
                  <a:cubicBezTo>
                    <a:pt x="9" y="82"/>
                    <a:pt x="9" y="82"/>
                    <a:pt x="9" y="82"/>
                  </a:cubicBezTo>
                  <a:cubicBezTo>
                    <a:pt x="10" y="83"/>
                    <a:pt x="10" y="83"/>
                    <a:pt x="10" y="83"/>
                  </a:cubicBezTo>
                  <a:cubicBezTo>
                    <a:pt x="11" y="84"/>
                    <a:pt x="12" y="86"/>
                    <a:pt x="12" y="86"/>
                  </a:cubicBezTo>
                  <a:cubicBezTo>
                    <a:pt x="12" y="86"/>
                    <a:pt x="14" y="85"/>
                    <a:pt x="16" y="84"/>
                  </a:cubicBezTo>
                  <a:cubicBezTo>
                    <a:pt x="18" y="83"/>
                    <a:pt x="20" y="82"/>
                    <a:pt x="20" y="82"/>
                  </a:cubicBezTo>
                  <a:cubicBezTo>
                    <a:pt x="20" y="82"/>
                    <a:pt x="20" y="83"/>
                    <a:pt x="20" y="83"/>
                  </a:cubicBezTo>
                  <a:cubicBezTo>
                    <a:pt x="20" y="83"/>
                    <a:pt x="20" y="83"/>
                    <a:pt x="20" y="83"/>
                  </a:cubicBezTo>
                  <a:cubicBezTo>
                    <a:pt x="21" y="84"/>
                    <a:pt x="22" y="85"/>
                    <a:pt x="22" y="85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4" y="86"/>
                    <a:pt x="24" y="87"/>
                    <a:pt x="24" y="87"/>
                  </a:cubicBezTo>
                  <a:cubicBezTo>
                    <a:pt x="25" y="87"/>
                    <a:pt x="25" y="88"/>
                    <a:pt x="25" y="88"/>
                  </a:cubicBezTo>
                  <a:cubicBezTo>
                    <a:pt x="25" y="88"/>
                    <a:pt x="27" y="89"/>
                    <a:pt x="28" y="90"/>
                  </a:cubicBezTo>
                  <a:cubicBezTo>
                    <a:pt x="29" y="90"/>
                    <a:pt x="30" y="91"/>
                    <a:pt x="31" y="91"/>
                  </a:cubicBezTo>
                  <a:cubicBezTo>
                    <a:pt x="31" y="92"/>
                    <a:pt x="32" y="92"/>
                    <a:pt x="32" y="92"/>
                  </a:cubicBezTo>
                  <a:cubicBezTo>
                    <a:pt x="32" y="92"/>
                    <a:pt x="32" y="92"/>
                    <a:pt x="32" y="93"/>
                  </a:cubicBezTo>
                  <a:cubicBezTo>
                    <a:pt x="32" y="94"/>
                    <a:pt x="31" y="95"/>
                    <a:pt x="31" y="96"/>
                  </a:cubicBezTo>
                  <a:cubicBezTo>
                    <a:pt x="31" y="98"/>
                    <a:pt x="31" y="100"/>
                    <a:pt x="31" y="100"/>
                  </a:cubicBezTo>
                  <a:cubicBezTo>
                    <a:pt x="31" y="100"/>
                    <a:pt x="31" y="100"/>
                    <a:pt x="32" y="100"/>
                  </a:cubicBezTo>
                  <a:cubicBezTo>
                    <a:pt x="32" y="101"/>
                    <a:pt x="33" y="101"/>
                    <a:pt x="34" y="101"/>
                  </a:cubicBezTo>
                  <a:cubicBezTo>
                    <a:pt x="34" y="101"/>
                    <a:pt x="35" y="102"/>
                    <a:pt x="35" y="102"/>
                  </a:cubicBezTo>
                  <a:cubicBezTo>
                    <a:pt x="36" y="102"/>
                    <a:pt x="36" y="102"/>
                    <a:pt x="36" y="102"/>
                  </a:cubicBezTo>
                  <a:cubicBezTo>
                    <a:pt x="36" y="102"/>
                    <a:pt x="37" y="102"/>
                    <a:pt x="37" y="101"/>
                  </a:cubicBezTo>
                  <a:cubicBezTo>
                    <a:pt x="38" y="100"/>
                    <a:pt x="38" y="100"/>
                    <a:pt x="39" y="99"/>
                  </a:cubicBezTo>
                  <a:cubicBezTo>
                    <a:pt x="40" y="97"/>
                    <a:pt x="41" y="95"/>
                    <a:pt x="41" y="95"/>
                  </a:cubicBezTo>
                  <a:cubicBezTo>
                    <a:pt x="41" y="95"/>
                    <a:pt x="42" y="96"/>
                    <a:pt x="42" y="96"/>
                  </a:cubicBezTo>
                  <a:cubicBezTo>
                    <a:pt x="43" y="96"/>
                    <a:pt x="44" y="96"/>
                    <a:pt x="45" y="96"/>
                  </a:cubicBezTo>
                  <a:cubicBezTo>
                    <a:pt x="46" y="96"/>
                    <a:pt x="47" y="96"/>
                    <a:pt x="48" y="97"/>
                  </a:cubicBezTo>
                  <a:cubicBezTo>
                    <a:pt x="48" y="97"/>
                    <a:pt x="49" y="97"/>
                    <a:pt x="49" y="97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49" y="97"/>
                    <a:pt x="50" y="97"/>
                    <a:pt x="50" y="97"/>
                  </a:cubicBezTo>
                  <a:cubicBezTo>
                    <a:pt x="51" y="97"/>
                    <a:pt x="52" y="97"/>
                    <a:pt x="53" y="97"/>
                  </a:cubicBezTo>
                  <a:cubicBezTo>
                    <a:pt x="53" y="97"/>
                    <a:pt x="54" y="97"/>
                    <a:pt x="54" y="97"/>
                  </a:cubicBezTo>
                  <a:cubicBezTo>
                    <a:pt x="55" y="97"/>
                    <a:pt x="55" y="97"/>
                    <a:pt x="55" y="97"/>
                  </a:cubicBezTo>
                  <a:cubicBezTo>
                    <a:pt x="56" y="97"/>
                    <a:pt x="57" y="97"/>
                    <a:pt x="57" y="97"/>
                  </a:cubicBezTo>
                  <a:cubicBezTo>
                    <a:pt x="57" y="97"/>
                    <a:pt x="57" y="98"/>
                    <a:pt x="58" y="100"/>
                  </a:cubicBezTo>
                  <a:cubicBezTo>
                    <a:pt x="59" y="101"/>
                    <a:pt x="59" y="102"/>
                    <a:pt x="60" y="103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4"/>
                    <a:pt x="61" y="104"/>
                    <a:pt x="61" y="104"/>
                  </a:cubicBezTo>
                  <a:cubicBezTo>
                    <a:pt x="62" y="104"/>
                    <a:pt x="62" y="104"/>
                    <a:pt x="63" y="103"/>
                  </a:cubicBezTo>
                  <a:cubicBezTo>
                    <a:pt x="64" y="103"/>
                    <a:pt x="64" y="103"/>
                    <a:pt x="65" y="103"/>
                  </a:cubicBezTo>
                  <a:cubicBezTo>
                    <a:pt x="65" y="103"/>
                    <a:pt x="66" y="103"/>
                    <a:pt x="66" y="103"/>
                  </a:cubicBezTo>
                  <a:cubicBezTo>
                    <a:pt x="66" y="103"/>
                    <a:pt x="66" y="102"/>
                    <a:pt x="66" y="102"/>
                  </a:cubicBezTo>
                  <a:cubicBezTo>
                    <a:pt x="66" y="101"/>
                    <a:pt x="66" y="100"/>
                    <a:pt x="66" y="99"/>
                  </a:cubicBezTo>
                  <a:cubicBezTo>
                    <a:pt x="66" y="97"/>
                    <a:pt x="66" y="95"/>
                    <a:pt x="66" y="95"/>
                  </a:cubicBezTo>
                  <a:cubicBezTo>
                    <a:pt x="66" y="95"/>
                    <a:pt x="66" y="95"/>
                    <a:pt x="67" y="94"/>
                  </a:cubicBezTo>
                  <a:cubicBezTo>
                    <a:pt x="67" y="94"/>
                    <a:pt x="67" y="94"/>
                    <a:pt x="67" y="94"/>
                  </a:cubicBezTo>
                  <a:cubicBezTo>
                    <a:pt x="68" y="94"/>
                    <a:pt x="68" y="94"/>
                    <a:pt x="69" y="94"/>
                  </a:cubicBezTo>
                  <a:cubicBezTo>
                    <a:pt x="69" y="94"/>
                    <a:pt x="69" y="93"/>
                    <a:pt x="70" y="93"/>
                  </a:cubicBezTo>
                  <a:cubicBezTo>
                    <a:pt x="71" y="93"/>
                    <a:pt x="72" y="92"/>
                    <a:pt x="72" y="92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2"/>
                    <a:pt x="73" y="91"/>
                    <a:pt x="73" y="91"/>
                  </a:cubicBezTo>
                  <a:cubicBezTo>
                    <a:pt x="73" y="91"/>
                    <a:pt x="74" y="91"/>
                    <a:pt x="74" y="91"/>
                  </a:cubicBezTo>
                  <a:cubicBezTo>
                    <a:pt x="75" y="91"/>
                    <a:pt x="76" y="90"/>
                    <a:pt x="77" y="90"/>
                  </a:cubicBezTo>
                  <a:cubicBezTo>
                    <a:pt x="77" y="89"/>
                    <a:pt x="78" y="89"/>
                    <a:pt x="78" y="89"/>
                  </a:cubicBezTo>
                  <a:cubicBezTo>
                    <a:pt x="78" y="88"/>
                    <a:pt x="79" y="88"/>
                    <a:pt x="79" y="88"/>
                  </a:cubicBezTo>
                  <a:cubicBezTo>
                    <a:pt x="79" y="88"/>
                    <a:pt x="79" y="88"/>
                    <a:pt x="80" y="87"/>
                  </a:cubicBezTo>
                  <a:cubicBezTo>
                    <a:pt x="80" y="87"/>
                    <a:pt x="80" y="87"/>
                    <a:pt x="80" y="87"/>
                  </a:cubicBezTo>
                  <a:cubicBezTo>
                    <a:pt x="80" y="87"/>
                    <a:pt x="82" y="88"/>
                    <a:pt x="83" y="89"/>
                  </a:cubicBezTo>
                  <a:cubicBezTo>
                    <a:pt x="85" y="90"/>
                    <a:pt x="87" y="91"/>
                    <a:pt x="87" y="91"/>
                  </a:cubicBezTo>
                  <a:cubicBezTo>
                    <a:pt x="87" y="91"/>
                    <a:pt x="87" y="91"/>
                    <a:pt x="88" y="91"/>
                  </a:cubicBezTo>
                  <a:cubicBezTo>
                    <a:pt x="88" y="91"/>
                    <a:pt x="89" y="90"/>
                    <a:pt x="89" y="90"/>
                  </a:cubicBezTo>
                  <a:cubicBezTo>
                    <a:pt x="90" y="89"/>
                    <a:pt x="90" y="89"/>
                    <a:pt x="90" y="88"/>
                  </a:cubicBezTo>
                  <a:cubicBezTo>
                    <a:pt x="91" y="88"/>
                    <a:pt x="91" y="88"/>
                    <a:pt x="91" y="88"/>
                  </a:cubicBezTo>
                  <a:cubicBezTo>
                    <a:pt x="91" y="88"/>
                    <a:pt x="90" y="86"/>
                    <a:pt x="89" y="84"/>
                  </a:cubicBezTo>
                  <a:cubicBezTo>
                    <a:pt x="88" y="82"/>
                    <a:pt x="87" y="80"/>
                    <a:pt x="87" y="80"/>
                  </a:cubicBezTo>
                  <a:cubicBezTo>
                    <a:pt x="87" y="80"/>
                    <a:pt x="87" y="80"/>
                    <a:pt x="87" y="80"/>
                  </a:cubicBezTo>
                  <a:cubicBezTo>
                    <a:pt x="87" y="80"/>
                    <a:pt x="87" y="80"/>
                    <a:pt x="88" y="79"/>
                  </a:cubicBezTo>
                  <a:cubicBezTo>
                    <a:pt x="88" y="79"/>
                    <a:pt x="88" y="79"/>
                    <a:pt x="88" y="78"/>
                  </a:cubicBezTo>
                  <a:cubicBezTo>
                    <a:pt x="89" y="78"/>
                    <a:pt x="89" y="78"/>
                    <a:pt x="89" y="77"/>
                  </a:cubicBezTo>
                  <a:cubicBezTo>
                    <a:pt x="89" y="77"/>
                    <a:pt x="90" y="76"/>
                    <a:pt x="90" y="76"/>
                  </a:cubicBezTo>
                  <a:cubicBezTo>
                    <a:pt x="90" y="76"/>
                    <a:pt x="90" y="75"/>
                    <a:pt x="91" y="75"/>
                  </a:cubicBezTo>
                  <a:cubicBezTo>
                    <a:pt x="91" y="74"/>
                    <a:pt x="91" y="74"/>
                    <a:pt x="91" y="74"/>
                  </a:cubicBezTo>
                  <a:cubicBezTo>
                    <a:pt x="91" y="74"/>
                    <a:pt x="91" y="73"/>
                    <a:pt x="92" y="73"/>
                  </a:cubicBezTo>
                  <a:cubicBezTo>
                    <a:pt x="92" y="72"/>
                    <a:pt x="92" y="72"/>
                    <a:pt x="92" y="72"/>
                  </a:cubicBezTo>
                  <a:cubicBezTo>
                    <a:pt x="93" y="71"/>
                    <a:pt x="93" y="71"/>
                    <a:pt x="93" y="70"/>
                  </a:cubicBezTo>
                  <a:cubicBezTo>
                    <a:pt x="93" y="70"/>
                    <a:pt x="93" y="69"/>
                    <a:pt x="94" y="69"/>
                  </a:cubicBezTo>
                  <a:cubicBezTo>
                    <a:pt x="94" y="69"/>
                    <a:pt x="94" y="68"/>
                    <a:pt x="94" y="68"/>
                  </a:cubicBezTo>
                  <a:cubicBezTo>
                    <a:pt x="94" y="68"/>
                    <a:pt x="94" y="67"/>
                    <a:pt x="94" y="67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67"/>
                    <a:pt x="96" y="67"/>
                    <a:pt x="99" y="67"/>
                  </a:cubicBezTo>
                  <a:cubicBezTo>
                    <a:pt x="101" y="67"/>
                    <a:pt x="103" y="66"/>
                    <a:pt x="103" y="66"/>
                  </a:cubicBezTo>
                  <a:cubicBezTo>
                    <a:pt x="103" y="66"/>
                    <a:pt x="103" y="66"/>
                    <a:pt x="103" y="66"/>
                  </a:cubicBezTo>
                  <a:cubicBezTo>
                    <a:pt x="103" y="65"/>
                    <a:pt x="103" y="64"/>
                    <a:pt x="103" y="64"/>
                  </a:cubicBezTo>
                  <a:cubicBezTo>
                    <a:pt x="104" y="63"/>
                    <a:pt x="104" y="62"/>
                    <a:pt x="104" y="62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2" y="60"/>
                    <a:pt x="100" y="59"/>
                  </a:cubicBezTo>
                  <a:close/>
                  <a:moveTo>
                    <a:pt x="52" y="82"/>
                  </a:moveTo>
                  <a:cubicBezTo>
                    <a:pt x="35" y="82"/>
                    <a:pt x="22" y="68"/>
                    <a:pt x="22" y="52"/>
                  </a:cubicBezTo>
                  <a:cubicBezTo>
                    <a:pt x="22" y="35"/>
                    <a:pt x="35" y="22"/>
                    <a:pt x="52" y="22"/>
                  </a:cubicBezTo>
                  <a:cubicBezTo>
                    <a:pt x="68" y="22"/>
                    <a:pt x="82" y="35"/>
                    <a:pt x="82" y="52"/>
                  </a:cubicBezTo>
                  <a:cubicBezTo>
                    <a:pt x="82" y="68"/>
                    <a:pt x="68" y="82"/>
                    <a:pt x="52" y="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5" name="Oval 75">
              <a:extLst>
                <a:ext uri="{FF2B5EF4-FFF2-40B4-BE49-F238E27FC236}">
                  <a16:creationId xmlns:a16="http://schemas.microsoft.com/office/drawing/2014/main" id="{5B2C39DB-FF78-5C4D-AFE8-FAB023DEA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3382" y="4430889"/>
              <a:ext cx="931946" cy="930154"/>
            </a:xfrm>
            <a:prstGeom prst="ellipse">
              <a:avLst/>
            </a:prstGeom>
            <a:solidFill>
              <a:srgbClr val="00A39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6" name="Freeform 76">
              <a:extLst>
                <a:ext uri="{FF2B5EF4-FFF2-40B4-BE49-F238E27FC236}">
                  <a16:creationId xmlns:a16="http://schemas.microsoft.com/office/drawing/2014/main" id="{CE5C2F7C-A23A-144F-BB08-4EA0929422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03824" y="4690759"/>
              <a:ext cx="491064" cy="347688"/>
            </a:xfrm>
            <a:custGeom>
              <a:avLst/>
              <a:gdLst>
                <a:gd name="T0" fmla="*/ 220 w 232"/>
                <a:gd name="T1" fmla="*/ 164 h 164"/>
                <a:gd name="T2" fmla="*/ 13 w 232"/>
                <a:gd name="T3" fmla="*/ 164 h 164"/>
                <a:gd name="T4" fmla="*/ 0 w 232"/>
                <a:gd name="T5" fmla="*/ 152 h 164"/>
                <a:gd name="T6" fmla="*/ 0 w 232"/>
                <a:gd name="T7" fmla="*/ 12 h 164"/>
                <a:gd name="T8" fmla="*/ 13 w 232"/>
                <a:gd name="T9" fmla="*/ 0 h 164"/>
                <a:gd name="T10" fmla="*/ 220 w 232"/>
                <a:gd name="T11" fmla="*/ 0 h 164"/>
                <a:gd name="T12" fmla="*/ 232 w 232"/>
                <a:gd name="T13" fmla="*/ 12 h 164"/>
                <a:gd name="T14" fmla="*/ 232 w 232"/>
                <a:gd name="T15" fmla="*/ 152 h 164"/>
                <a:gd name="T16" fmla="*/ 220 w 232"/>
                <a:gd name="T17" fmla="*/ 164 h 164"/>
                <a:gd name="T18" fmla="*/ 14 w 232"/>
                <a:gd name="T19" fmla="*/ 151 h 164"/>
                <a:gd name="T20" fmla="*/ 219 w 232"/>
                <a:gd name="T21" fmla="*/ 151 h 164"/>
                <a:gd name="T22" fmla="*/ 219 w 232"/>
                <a:gd name="T23" fmla="*/ 13 h 164"/>
                <a:gd name="T24" fmla="*/ 14 w 232"/>
                <a:gd name="T25" fmla="*/ 13 h 164"/>
                <a:gd name="T26" fmla="*/ 14 w 232"/>
                <a:gd name="T27" fmla="*/ 151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2" h="164">
                  <a:moveTo>
                    <a:pt x="220" y="164"/>
                  </a:moveTo>
                  <a:cubicBezTo>
                    <a:pt x="13" y="164"/>
                    <a:pt x="13" y="164"/>
                    <a:pt x="13" y="164"/>
                  </a:cubicBezTo>
                  <a:cubicBezTo>
                    <a:pt x="6" y="164"/>
                    <a:pt x="0" y="159"/>
                    <a:pt x="0" y="15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6" y="0"/>
                    <a:pt x="232" y="6"/>
                    <a:pt x="232" y="12"/>
                  </a:cubicBezTo>
                  <a:cubicBezTo>
                    <a:pt x="232" y="152"/>
                    <a:pt x="232" y="152"/>
                    <a:pt x="232" y="152"/>
                  </a:cubicBezTo>
                  <a:cubicBezTo>
                    <a:pt x="232" y="159"/>
                    <a:pt x="226" y="164"/>
                    <a:pt x="220" y="164"/>
                  </a:cubicBezTo>
                  <a:close/>
                  <a:moveTo>
                    <a:pt x="14" y="151"/>
                  </a:moveTo>
                  <a:cubicBezTo>
                    <a:pt x="219" y="151"/>
                    <a:pt x="219" y="151"/>
                    <a:pt x="219" y="151"/>
                  </a:cubicBezTo>
                  <a:cubicBezTo>
                    <a:pt x="219" y="13"/>
                    <a:pt x="219" y="13"/>
                    <a:pt x="219" y="13"/>
                  </a:cubicBezTo>
                  <a:cubicBezTo>
                    <a:pt x="14" y="13"/>
                    <a:pt x="14" y="13"/>
                    <a:pt x="14" y="13"/>
                  </a:cubicBezTo>
                  <a:lnTo>
                    <a:pt x="14" y="1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7" name="Freeform 77">
              <a:extLst>
                <a:ext uri="{FF2B5EF4-FFF2-40B4-BE49-F238E27FC236}">
                  <a16:creationId xmlns:a16="http://schemas.microsoft.com/office/drawing/2014/main" id="{48F00C97-505C-C342-BDE9-F5C178681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0290" y="4828759"/>
              <a:ext cx="89610" cy="110221"/>
            </a:xfrm>
            <a:custGeom>
              <a:avLst/>
              <a:gdLst>
                <a:gd name="T0" fmla="*/ 42 w 42"/>
                <a:gd name="T1" fmla="*/ 28 h 52"/>
                <a:gd name="T2" fmla="*/ 1 w 42"/>
                <a:gd name="T3" fmla="*/ 0 h 52"/>
                <a:gd name="T4" fmla="*/ 1 w 42"/>
                <a:gd name="T5" fmla="*/ 1 h 52"/>
                <a:gd name="T6" fmla="*/ 9 w 42"/>
                <a:gd name="T7" fmla="*/ 49 h 52"/>
                <a:gd name="T8" fmla="*/ 10 w 42"/>
                <a:gd name="T9" fmla="*/ 49 h 52"/>
                <a:gd name="T10" fmla="*/ 20 w 42"/>
                <a:gd name="T11" fmla="*/ 36 h 52"/>
                <a:gd name="T12" fmla="*/ 30 w 42"/>
                <a:gd name="T13" fmla="*/ 51 h 52"/>
                <a:gd name="T14" fmla="*/ 33 w 42"/>
                <a:gd name="T15" fmla="*/ 52 h 52"/>
                <a:gd name="T16" fmla="*/ 35 w 42"/>
                <a:gd name="T17" fmla="*/ 51 h 52"/>
                <a:gd name="T18" fmla="*/ 35 w 42"/>
                <a:gd name="T19" fmla="*/ 47 h 52"/>
                <a:gd name="T20" fmla="*/ 26 w 42"/>
                <a:gd name="T21" fmla="*/ 33 h 52"/>
                <a:gd name="T22" fmla="*/ 42 w 42"/>
                <a:gd name="T23" fmla="*/ 29 h 52"/>
                <a:gd name="T24" fmla="*/ 42 w 42"/>
                <a:gd name="T25" fmla="*/ 2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" h="52">
                  <a:moveTo>
                    <a:pt x="42" y="28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1" y="1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10" y="50"/>
                    <a:pt x="10" y="49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2"/>
                    <a:pt x="32" y="52"/>
                    <a:pt x="33" y="52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0"/>
                    <a:pt x="36" y="48"/>
                    <a:pt x="35" y="47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8"/>
                    <a:pt x="42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8" name="Freeform 78">
              <a:extLst>
                <a:ext uri="{FF2B5EF4-FFF2-40B4-BE49-F238E27FC236}">
                  <a16:creationId xmlns:a16="http://schemas.microsoft.com/office/drawing/2014/main" id="{CC41446E-94B5-9E4F-B92E-C573E3981A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74252" y="5053681"/>
              <a:ext cx="550207" cy="46597"/>
            </a:xfrm>
            <a:custGeom>
              <a:avLst/>
              <a:gdLst>
                <a:gd name="T0" fmla="*/ 254 w 260"/>
                <a:gd name="T1" fmla="*/ 0 h 22"/>
                <a:gd name="T2" fmla="*/ 6 w 260"/>
                <a:gd name="T3" fmla="*/ 0 h 22"/>
                <a:gd name="T4" fmla="*/ 0 w 260"/>
                <a:gd name="T5" fmla="*/ 6 h 22"/>
                <a:gd name="T6" fmla="*/ 0 w 260"/>
                <a:gd name="T7" fmla="*/ 16 h 22"/>
                <a:gd name="T8" fmla="*/ 6 w 260"/>
                <a:gd name="T9" fmla="*/ 22 h 22"/>
                <a:gd name="T10" fmla="*/ 254 w 260"/>
                <a:gd name="T11" fmla="*/ 22 h 22"/>
                <a:gd name="T12" fmla="*/ 260 w 260"/>
                <a:gd name="T13" fmla="*/ 16 h 22"/>
                <a:gd name="T14" fmla="*/ 260 w 260"/>
                <a:gd name="T15" fmla="*/ 6 h 22"/>
                <a:gd name="T16" fmla="*/ 254 w 260"/>
                <a:gd name="T17" fmla="*/ 0 h 22"/>
                <a:gd name="T18" fmla="*/ 217 w 260"/>
                <a:gd name="T19" fmla="*/ 17 h 22"/>
                <a:gd name="T20" fmla="*/ 211 w 260"/>
                <a:gd name="T21" fmla="*/ 11 h 22"/>
                <a:gd name="T22" fmla="*/ 217 w 260"/>
                <a:gd name="T23" fmla="*/ 5 h 22"/>
                <a:gd name="T24" fmla="*/ 223 w 260"/>
                <a:gd name="T25" fmla="*/ 11 h 22"/>
                <a:gd name="T26" fmla="*/ 217 w 260"/>
                <a:gd name="T27" fmla="*/ 17 h 22"/>
                <a:gd name="T28" fmla="*/ 238 w 260"/>
                <a:gd name="T29" fmla="*/ 17 h 22"/>
                <a:gd name="T30" fmla="*/ 232 w 260"/>
                <a:gd name="T31" fmla="*/ 11 h 22"/>
                <a:gd name="T32" fmla="*/ 238 w 260"/>
                <a:gd name="T33" fmla="*/ 5 h 22"/>
                <a:gd name="T34" fmla="*/ 244 w 260"/>
                <a:gd name="T35" fmla="*/ 11 h 22"/>
                <a:gd name="T36" fmla="*/ 238 w 260"/>
                <a:gd name="T37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0" h="22">
                  <a:moveTo>
                    <a:pt x="254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9"/>
                    <a:pt x="3" y="22"/>
                    <a:pt x="6" y="22"/>
                  </a:cubicBezTo>
                  <a:cubicBezTo>
                    <a:pt x="254" y="22"/>
                    <a:pt x="254" y="22"/>
                    <a:pt x="254" y="22"/>
                  </a:cubicBezTo>
                  <a:cubicBezTo>
                    <a:pt x="257" y="22"/>
                    <a:pt x="260" y="19"/>
                    <a:pt x="260" y="16"/>
                  </a:cubicBezTo>
                  <a:cubicBezTo>
                    <a:pt x="260" y="6"/>
                    <a:pt x="260" y="6"/>
                    <a:pt x="260" y="6"/>
                  </a:cubicBezTo>
                  <a:cubicBezTo>
                    <a:pt x="260" y="3"/>
                    <a:pt x="257" y="0"/>
                    <a:pt x="254" y="0"/>
                  </a:cubicBezTo>
                  <a:close/>
                  <a:moveTo>
                    <a:pt x="217" y="17"/>
                  </a:moveTo>
                  <a:cubicBezTo>
                    <a:pt x="214" y="17"/>
                    <a:pt x="211" y="14"/>
                    <a:pt x="211" y="11"/>
                  </a:cubicBezTo>
                  <a:cubicBezTo>
                    <a:pt x="211" y="8"/>
                    <a:pt x="214" y="5"/>
                    <a:pt x="217" y="5"/>
                  </a:cubicBezTo>
                  <a:cubicBezTo>
                    <a:pt x="220" y="5"/>
                    <a:pt x="223" y="8"/>
                    <a:pt x="223" y="11"/>
                  </a:cubicBezTo>
                  <a:cubicBezTo>
                    <a:pt x="223" y="14"/>
                    <a:pt x="220" y="17"/>
                    <a:pt x="217" y="17"/>
                  </a:cubicBezTo>
                  <a:close/>
                  <a:moveTo>
                    <a:pt x="238" y="17"/>
                  </a:moveTo>
                  <a:cubicBezTo>
                    <a:pt x="234" y="17"/>
                    <a:pt x="232" y="14"/>
                    <a:pt x="232" y="11"/>
                  </a:cubicBezTo>
                  <a:cubicBezTo>
                    <a:pt x="232" y="8"/>
                    <a:pt x="234" y="5"/>
                    <a:pt x="238" y="5"/>
                  </a:cubicBezTo>
                  <a:cubicBezTo>
                    <a:pt x="241" y="5"/>
                    <a:pt x="244" y="8"/>
                    <a:pt x="244" y="11"/>
                  </a:cubicBezTo>
                  <a:cubicBezTo>
                    <a:pt x="244" y="14"/>
                    <a:pt x="241" y="17"/>
                    <a:pt x="23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9" name="Line 79">
              <a:extLst>
                <a:ext uri="{FF2B5EF4-FFF2-40B4-BE49-F238E27FC236}">
                  <a16:creationId xmlns:a16="http://schemas.microsoft.com/office/drawing/2014/main" id="{8236DE3F-A101-734E-8876-B26353AE9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9356" y="4895070"/>
              <a:ext cx="0" cy="0"/>
            </a:xfrm>
            <a:prstGeom prst="line">
              <a:avLst/>
            </a:prstGeom>
            <a:noFill/>
            <a:ln w="25400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0" name="Oval 80">
              <a:extLst>
                <a:ext uri="{FF2B5EF4-FFF2-40B4-BE49-F238E27FC236}">
                  <a16:creationId xmlns:a16="http://schemas.microsoft.com/office/drawing/2014/main" id="{A96618E3-7747-2843-8D65-53B410619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9639" y="4746317"/>
              <a:ext cx="734804" cy="735700"/>
            </a:xfrm>
            <a:prstGeom prst="ellipse">
              <a:avLst/>
            </a:prstGeom>
            <a:solidFill>
              <a:srgbClr val="E237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1" name="Freeform 81">
              <a:extLst>
                <a:ext uri="{FF2B5EF4-FFF2-40B4-BE49-F238E27FC236}">
                  <a16:creationId xmlns:a16="http://schemas.microsoft.com/office/drawing/2014/main" id="{BEC71209-AF4A-D643-9A44-6C3CDEFC9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4846" y="5134330"/>
              <a:ext cx="17026" cy="103948"/>
            </a:xfrm>
            <a:custGeom>
              <a:avLst/>
              <a:gdLst>
                <a:gd name="T0" fmla="*/ 3 w 8"/>
                <a:gd name="T1" fmla="*/ 0 h 49"/>
                <a:gd name="T2" fmla="*/ 0 w 8"/>
                <a:gd name="T3" fmla="*/ 0 h 49"/>
                <a:gd name="T4" fmla="*/ 0 w 8"/>
                <a:gd name="T5" fmla="*/ 49 h 49"/>
                <a:gd name="T6" fmla="*/ 3 w 8"/>
                <a:gd name="T7" fmla="*/ 49 h 49"/>
                <a:gd name="T8" fmla="*/ 8 w 8"/>
                <a:gd name="T9" fmla="*/ 44 h 49"/>
                <a:gd name="T10" fmla="*/ 8 w 8"/>
                <a:gd name="T11" fmla="*/ 5 h 49"/>
                <a:gd name="T12" fmla="*/ 3 w 8"/>
                <a:gd name="T13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9">
                  <a:moveTo>
                    <a:pt x="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5" y="49"/>
                    <a:pt x="8" y="47"/>
                    <a:pt x="8" y="44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2"/>
                    <a:pt x="5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2" name="Freeform 82">
              <a:extLst>
                <a:ext uri="{FF2B5EF4-FFF2-40B4-BE49-F238E27FC236}">
                  <a16:creationId xmlns:a16="http://schemas.microsoft.com/office/drawing/2014/main" id="{012AD2A7-4807-5844-AF5A-A4B661564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9106" y="4861019"/>
              <a:ext cx="535869" cy="411311"/>
            </a:xfrm>
            <a:custGeom>
              <a:avLst/>
              <a:gdLst>
                <a:gd name="T0" fmla="*/ 239 w 253"/>
                <a:gd name="T1" fmla="*/ 127 h 194"/>
                <a:gd name="T2" fmla="*/ 239 w 253"/>
                <a:gd name="T3" fmla="*/ 122 h 194"/>
                <a:gd name="T4" fmla="*/ 229 w 253"/>
                <a:gd name="T5" fmla="*/ 109 h 194"/>
                <a:gd name="T6" fmla="*/ 200 w 253"/>
                <a:gd name="T7" fmla="*/ 42 h 194"/>
                <a:gd name="T8" fmla="*/ 205 w 253"/>
                <a:gd name="T9" fmla="*/ 38 h 194"/>
                <a:gd name="T10" fmla="*/ 127 w 253"/>
                <a:gd name="T11" fmla="*/ 0 h 194"/>
                <a:gd name="T12" fmla="*/ 48 w 253"/>
                <a:gd name="T13" fmla="*/ 38 h 194"/>
                <a:gd name="T14" fmla="*/ 53 w 253"/>
                <a:gd name="T15" fmla="*/ 42 h 194"/>
                <a:gd name="T16" fmla="*/ 24 w 253"/>
                <a:gd name="T17" fmla="*/ 109 h 194"/>
                <a:gd name="T18" fmla="*/ 14 w 253"/>
                <a:gd name="T19" fmla="*/ 122 h 194"/>
                <a:gd name="T20" fmla="*/ 14 w 253"/>
                <a:gd name="T21" fmla="*/ 127 h 194"/>
                <a:gd name="T22" fmla="*/ 0 w 253"/>
                <a:gd name="T23" fmla="*/ 146 h 194"/>
                <a:gd name="T24" fmla="*/ 0 w 253"/>
                <a:gd name="T25" fmla="*/ 157 h 194"/>
                <a:gd name="T26" fmla="*/ 14 w 253"/>
                <a:gd name="T27" fmla="*/ 176 h 194"/>
                <a:gd name="T28" fmla="*/ 14 w 253"/>
                <a:gd name="T29" fmla="*/ 181 h 194"/>
                <a:gd name="T30" fmla="*/ 28 w 253"/>
                <a:gd name="T31" fmla="*/ 194 h 194"/>
                <a:gd name="T32" fmla="*/ 33 w 253"/>
                <a:gd name="T33" fmla="*/ 194 h 194"/>
                <a:gd name="T34" fmla="*/ 46 w 253"/>
                <a:gd name="T35" fmla="*/ 181 h 194"/>
                <a:gd name="T36" fmla="*/ 46 w 253"/>
                <a:gd name="T37" fmla="*/ 164 h 194"/>
                <a:gd name="T38" fmla="*/ 46 w 253"/>
                <a:gd name="T39" fmla="*/ 139 h 194"/>
                <a:gd name="T40" fmla="*/ 46 w 253"/>
                <a:gd name="T41" fmla="*/ 122 h 194"/>
                <a:gd name="T42" fmla="*/ 37 w 253"/>
                <a:gd name="T43" fmla="*/ 110 h 194"/>
                <a:gd name="T44" fmla="*/ 63 w 253"/>
                <a:gd name="T45" fmla="*/ 50 h 194"/>
                <a:gd name="T46" fmla="*/ 68 w 253"/>
                <a:gd name="T47" fmla="*/ 54 h 194"/>
                <a:gd name="T48" fmla="*/ 127 w 253"/>
                <a:gd name="T49" fmla="*/ 26 h 194"/>
                <a:gd name="T50" fmla="*/ 185 w 253"/>
                <a:gd name="T51" fmla="*/ 54 h 194"/>
                <a:gd name="T52" fmla="*/ 190 w 253"/>
                <a:gd name="T53" fmla="*/ 50 h 194"/>
                <a:gd name="T54" fmla="*/ 216 w 253"/>
                <a:gd name="T55" fmla="*/ 110 h 194"/>
                <a:gd name="T56" fmla="*/ 208 w 253"/>
                <a:gd name="T57" fmla="*/ 122 h 194"/>
                <a:gd name="T58" fmla="*/ 208 w 253"/>
                <a:gd name="T59" fmla="*/ 139 h 194"/>
                <a:gd name="T60" fmla="*/ 208 w 253"/>
                <a:gd name="T61" fmla="*/ 164 h 194"/>
                <a:gd name="T62" fmla="*/ 208 w 253"/>
                <a:gd name="T63" fmla="*/ 181 h 194"/>
                <a:gd name="T64" fmla="*/ 221 w 253"/>
                <a:gd name="T65" fmla="*/ 194 h 194"/>
                <a:gd name="T66" fmla="*/ 226 w 253"/>
                <a:gd name="T67" fmla="*/ 194 h 194"/>
                <a:gd name="T68" fmla="*/ 239 w 253"/>
                <a:gd name="T69" fmla="*/ 181 h 194"/>
                <a:gd name="T70" fmla="*/ 239 w 253"/>
                <a:gd name="T71" fmla="*/ 176 h 194"/>
                <a:gd name="T72" fmla="*/ 253 w 253"/>
                <a:gd name="T73" fmla="*/ 157 h 194"/>
                <a:gd name="T74" fmla="*/ 253 w 253"/>
                <a:gd name="T75" fmla="*/ 146 h 194"/>
                <a:gd name="T76" fmla="*/ 239 w 253"/>
                <a:gd name="T77" fmla="*/ 127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3" h="194">
                  <a:moveTo>
                    <a:pt x="239" y="127"/>
                  </a:moveTo>
                  <a:cubicBezTo>
                    <a:pt x="239" y="122"/>
                    <a:pt x="239" y="122"/>
                    <a:pt x="239" y="122"/>
                  </a:cubicBezTo>
                  <a:cubicBezTo>
                    <a:pt x="239" y="116"/>
                    <a:pt x="235" y="111"/>
                    <a:pt x="229" y="109"/>
                  </a:cubicBezTo>
                  <a:cubicBezTo>
                    <a:pt x="226" y="83"/>
                    <a:pt x="215" y="60"/>
                    <a:pt x="200" y="42"/>
                  </a:cubicBezTo>
                  <a:cubicBezTo>
                    <a:pt x="205" y="38"/>
                    <a:pt x="205" y="38"/>
                    <a:pt x="205" y="38"/>
                  </a:cubicBezTo>
                  <a:cubicBezTo>
                    <a:pt x="184" y="13"/>
                    <a:pt x="156" y="0"/>
                    <a:pt x="127" y="0"/>
                  </a:cubicBezTo>
                  <a:cubicBezTo>
                    <a:pt x="97" y="0"/>
                    <a:pt x="69" y="13"/>
                    <a:pt x="48" y="38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38" y="60"/>
                    <a:pt x="28" y="83"/>
                    <a:pt x="24" y="109"/>
                  </a:cubicBezTo>
                  <a:cubicBezTo>
                    <a:pt x="19" y="111"/>
                    <a:pt x="14" y="116"/>
                    <a:pt x="14" y="122"/>
                  </a:cubicBezTo>
                  <a:cubicBezTo>
                    <a:pt x="14" y="127"/>
                    <a:pt x="14" y="127"/>
                    <a:pt x="14" y="127"/>
                  </a:cubicBezTo>
                  <a:cubicBezTo>
                    <a:pt x="6" y="129"/>
                    <a:pt x="0" y="137"/>
                    <a:pt x="0" y="146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0" y="166"/>
                    <a:pt x="6" y="174"/>
                    <a:pt x="14" y="176"/>
                  </a:cubicBezTo>
                  <a:cubicBezTo>
                    <a:pt x="14" y="181"/>
                    <a:pt x="14" y="181"/>
                    <a:pt x="14" y="181"/>
                  </a:cubicBezTo>
                  <a:cubicBezTo>
                    <a:pt x="14" y="188"/>
                    <a:pt x="20" y="194"/>
                    <a:pt x="28" y="194"/>
                  </a:cubicBezTo>
                  <a:cubicBezTo>
                    <a:pt x="33" y="194"/>
                    <a:pt x="33" y="194"/>
                    <a:pt x="33" y="194"/>
                  </a:cubicBezTo>
                  <a:cubicBezTo>
                    <a:pt x="40" y="194"/>
                    <a:pt x="46" y="188"/>
                    <a:pt x="46" y="181"/>
                  </a:cubicBezTo>
                  <a:cubicBezTo>
                    <a:pt x="46" y="164"/>
                    <a:pt x="46" y="164"/>
                    <a:pt x="46" y="164"/>
                  </a:cubicBezTo>
                  <a:cubicBezTo>
                    <a:pt x="46" y="139"/>
                    <a:pt x="46" y="139"/>
                    <a:pt x="46" y="139"/>
                  </a:cubicBezTo>
                  <a:cubicBezTo>
                    <a:pt x="46" y="122"/>
                    <a:pt x="46" y="122"/>
                    <a:pt x="46" y="122"/>
                  </a:cubicBezTo>
                  <a:cubicBezTo>
                    <a:pt x="46" y="116"/>
                    <a:pt x="42" y="112"/>
                    <a:pt x="37" y="110"/>
                  </a:cubicBezTo>
                  <a:cubicBezTo>
                    <a:pt x="40" y="87"/>
                    <a:pt x="50" y="66"/>
                    <a:pt x="63" y="50"/>
                  </a:cubicBezTo>
                  <a:cubicBezTo>
                    <a:pt x="68" y="54"/>
                    <a:pt x="68" y="54"/>
                    <a:pt x="68" y="54"/>
                  </a:cubicBezTo>
                  <a:cubicBezTo>
                    <a:pt x="84" y="36"/>
                    <a:pt x="105" y="26"/>
                    <a:pt x="127" y="26"/>
                  </a:cubicBezTo>
                  <a:cubicBezTo>
                    <a:pt x="149" y="26"/>
                    <a:pt x="170" y="36"/>
                    <a:pt x="185" y="54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204" y="66"/>
                    <a:pt x="213" y="87"/>
                    <a:pt x="216" y="110"/>
                  </a:cubicBezTo>
                  <a:cubicBezTo>
                    <a:pt x="211" y="112"/>
                    <a:pt x="208" y="116"/>
                    <a:pt x="208" y="122"/>
                  </a:cubicBezTo>
                  <a:cubicBezTo>
                    <a:pt x="208" y="139"/>
                    <a:pt x="208" y="139"/>
                    <a:pt x="208" y="139"/>
                  </a:cubicBezTo>
                  <a:cubicBezTo>
                    <a:pt x="208" y="164"/>
                    <a:pt x="208" y="164"/>
                    <a:pt x="208" y="164"/>
                  </a:cubicBezTo>
                  <a:cubicBezTo>
                    <a:pt x="208" y="181"/>
                    <a:pt x="208" y="181"/>
                    <a:pt x="208" y="181"/>
                  </a:cubicBezTo>
                  <a:cubicBezTo>
                    <a:pt x="208" y="188"/>
                    <a:pt x="214" y="194"/>
                    <a:pt x="221" y="194"/>
                  </a:cubicBezTo>
                  <a:cubicBezTo>
                    <a:pt x="226" y="194"/>
                    <a:pt x="226" y="194"/>
                    <a:pt x="226" y="194"/>
                  </a:cubicBezTo>
                  <a:cubicBezTo>
                    <a:pt x="233" y="194"/>
                    <a:pt x="239" y="188"/>
                    <a:pt x="239" y="181"/>
                  </a:cubicBezTo>
                  <a:cubicBezTo>
                    <a:pt x="239" y="176"/>
                    <a:pt x="239" y="176"/>
                    <a:pt x="239" y="176"/>
                  </a:cubicBezTo>
                  <a:cubicBezTo>
                    <a:pt x="247" y="174"/>
                    <a:pt x="253" y="166"/>
                    <a:pt x="253" y="157"/>
                  </a:cubicBezTo>
                  <a:cubicBezTo>
                    <a:pt x="253" y="146"/>
                    <a:pt x="253" y="146"/>
                    <a:pt x="253" y="146"/>
                  </a:cubicBezTo>
                  <a:cubicBezTo>
                    <a:pt x="253" y="137"/>
                    <a:pt x="247" y="129"/>
                    <a:pt x="239" y="1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3" name="Freeform 83">
              <a:extLst>
                <a:ext uri="{FF2B5EF4-FFF2-40B4-BE49-F238E27FC236}">
                  <a16:creationId xmlns:a16="http://schemas.microsoft.com/office/drawing/2014/main" id="{8E477BDF-0395-BA41-8AD2-DBF618C9A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4898" y="5134330"/>
              <a:ext cx="14338" cy="103948"/>
            </a:xfrm>
            <a:custGeom>
              <a:avLst/>
              <a:gdLst>
                <a:gd name="T0" fmla="*/ 0 w 7"/>
                <a:gd name="T1" fmla="*/ 5 h 49"/>
                <a:gd name="T2" fmla="*/ 0 w 7"/>
                <a:gd name="T3" fmla="*/ 44 h 49"/>
                <a:gd name="T4" fmla="*/ 5 w 7"/>
                <a:gd name="T5" fmla="*/ 49 h 49"/>
                <a:gd name="T6" fmla="*/ 7 w 7"/>
                <a:gd name="T7" fmla="*/ 49 h 49"/>
                <a:gd name="T8" fmla="*/ 7 w 7"/>
                <a:gd name="T9" fmla="*/ 0 h 49"/>
                <a:gd name="T10" fmla="*/ 5 w 7"/>
                <a:gd name="T11" fmla="*/ 0 h 49"/>
                <a:gd name="T12" fmla="*/ 0 w 7"/>
                <a:gd name="T13" fmla="*/ 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9">
                  <a:moveTo>
                    <a:pt x="0" y="5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0" y="47"/>
                    <a:pt x="2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4" name="Oval 84">
              <a:extLst>
                <a:ext uri="{FF2B5EF4-FFF2-40B4-BE49-F238E27FC236}">
                  <a16:creationId xmlns:a16="http://schemas.microsoft.com/office/drawing/2014/main" id="{FB40E901-CF7E-4348-8F86-6A76DD7A0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158" y="2681697"/>
              <a:ext cx="608453" cy="608454"/>
            </a:xfrm>
            <a:prstGeom prst="ellipse">
              <a:avLst/>
            </a:prstGeom>
            <a:solidFill>
              <a:srgbClr val="E237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5" name="Freeform 85">
              <a:extLst>
                <a:ext uri="{FF2B5EF4-FFF2-40B4-BE49-F238E27FC236}">
                  <a16:creationId xmlns:a16="http://schemas.microsoft.com/office/drawing/2014/main" id="{F793EE69-09B1-7043-A510-89882B397A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74885" y="2805359"/>
              <a:ext cx="312740" cy="346792"/>
            </a:xfrm>
            <a:custGeom>
              <a:avLst/>
              <a:gdLst>
                <a:gd name="T0" fmla="*/ 143 w 148"/>
                <a:gd name="T1" fmla="*/ 124 h 164"/>
                <a:gd name="T2" fmla="*/ 140 w 148"/>
                <a:gd name="T3" fmla="*/ 121 h 164"/>
                <a:gd name="T4" fmla="*/ 140 w 148"/>
                <a:gd name="T5" fmla="*/ 8 h 164"/>
                <a:gd name="T6" fmla="*/ 131 w 148"/>
                <a:gd name="T7" fmla="*/ 2 h 164"/>
                <a:gd name="T8" fmla="*/ 39 w 148"/>
                <a:gd name="T9" fmla="*/ 38 h 164"/>
                <a:gd name="T10" fmla="*/ 35 w 148"/>
                <a:gd name="T11" fmla="*/ 44 h 164"/>
                <a:gd name="T12" fmla="*/ 35 w 148"/>
                <a:gd name="T13" fmla="*/ 121 h 164"/>
                <a:gd name="T14" fmla="*/ 22 w 148"/>
                <a:gd name="T15" fmla="*/ 127 h 164"/>
                <a:gd name="T16" fmla="*/ 4 w 148"/>
                <a:gd name="T17" fmla="*/ 157 h 164"/>
                <a:gd name="T18" fmla="*/ 39 w 148"/>
                <a:gd name="T19" fmla="*/ 154 h 164"/>
                <a:gd name="T20" fmla="*/ 56 w 148"/>
                <a:gd name="T21" fmla="*/ 124 h 164"/>
                <a:gd name="T22" fmla="*/ 53 w 148"/>
                <a:gd name="T23" fmla="*/ 121 h 164"/>
                <a:gd name="T24" fmla="*/ 53 w 148"/>
                <a:gd name="T25" fmla="*/ 81 h 164"/>
                <a:gd name="T26" fmla="*/ 122 w 148"/>
                <a:gd name="T27" fmla="*/ 54 h 164"/>
                <a:gd name="T28" fmla="*/ 122 w 148"/>
                <a:gd name="T29" fmla="*/ 121 h 164"/>
                <a:gd name="T30" fmla="*/ 109 w 148"/>
                <a:gd name="T31" fmla="*/ 127 h 164"/>
                <a:gd name="T32" fmla="*/ 91 w 148"/>
                <a:gd name="T33" fmla="*/ 157 h 164"/>
                <a:gd name="T34" fmla="*/ 125 w 148"/>
                <a:gd name="T35" fmla="*/ 154 h 164"/>
                <a:gd name="T36" fmla="*/ 143 w 148"/>
                <a:gd name="T37" fmla="*/ 124 h 164"/>
                <a:gd name="T38" fmla="*/ 53 w 148"/>
                <a:gd name="T39" fmla="*/ 72 h 164"/>
                <a:gd name="T40" fmla="*/ 53 w 148"/>
                <a:gd name="T41" fmla="*/ 60 h 164"/>
                <a:gd name="T42" fmla="*/ 122 w 148"/>
                <a:gd name="T43" fmla="*/ 33 h 164"/>
                <a:gd name="T44" fmla="*/ 122 w 148"/>
                <a:gd name="T45" fmla="*/ 34 h 164"/>
                <a:gd name="T46" fmla="*/ 122 w 148"/>
                <a:gd name="T47" fmla="*/ 45 h 164"/>
                <a:gd name="T48" fmla="*/ 53 w 148"/>
                <a:gd name="T49" fmla="*/ 72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8" h="164">
                  <a:moveTo>
                    <a:pt x="143" y="124"/>
                  </a:moveTo>
                  <a:cubicBezTo>
                    <a:pt x="142" y="123"/>
                    <a:pt x="141" y="122"/>
                    <a:pt x="140" y="121"/>
                  </a:cubicBezTo>
                  <a:cubicBezTo>
                    <a:pt x="140" y="8"/>
                    <a:pt x="140" y="8"/>
                    <a:pt x="140" y="8"/>
                  </a:cubicBezTo>
                  <a:cubicBezTo>
                    <a:pt x="140" y="3"/>
                    <a:pt x="135" y="0"/>
                    <a:pt x="131" y="2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7" y="39"/>
                    <a:pt x="35" y="41"/>
                    <a:pt x="35" y="44"/>
                  </a:cubicBezTo>
                  <a:cubicBezTo>
                    <a:pt x="35" y="121"/>
                    <a:pt x="35" y="121"/>
                    <a:pt x="35" y="121"/>
                  </a:cubicBezTo>
                  <a:cubicBezTo>
                    <a:pt x="31" y="123"/>
                    <a:pt x="26" y="125"/>
                    <a:pt x="22" y="127"/>
                  </a:cubicBezTo>
                  <a:cubicBezTo>
                    <a:pt x="8" y="136"/>
                    <a:pt x="0" y="150"/>
                    <a:pt x="4" y="157"/>
                  </a:cubicBezTo>
                  <a:cubicBezTo>
                    <a:pt x="9" y="164"/>
                    <a:pt x="24" y="163"/>
                    <a:pt x="39" y="154"/>
                  </a:cubicBezTo>
                  <a:cubicBezTo>
                    <a:pt x="53" y="145"/>
                    <a:pt x="61" y="132"/>
                    <a:pt x="56" y="124"/>
                  </a:cubicBezTo>
                  <a:cubicBezTo>
                    <a:pt x="56" y="123"/>
                    <a:pt x="54" y="122"/>
                    <a:pt x="53" y="121"/>
                  </a:cubicBezTo>
                  <a:cubicBezTo>
                    <a:pt x="53" y="81"/>
                    <a:pt x="53" y="81"/>
                    <a:pt x="53" y="81"/>
                  </a:cubicBezTo>
                  <a:cubicBezTo>
                    <a:pt x="122" y="54"/>
                    <a:pt x="122" y="54"/>
                    <a:pt x="122" y="54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17" y="123"/>
                    <a:pt x="113" y="125"/>
                    <a:pt x="109" y="127"/>
                  </a:cubicBezTo>
                  <a:cubicBezTo>
                    <a:pt x="94" y="136"/>
                    <a:pt x="86" y="150"/>
                    <a:pt x="91" y="157"/>
                  </a:cubicBezTo>
                  <a:cubicBezTo>
                    <a:pt x="95" y="164"/>
                    <a:pt x="111" y="163"/>
                    <a:pt x="125" y="154"/>
                  </a:cubicBezTo>
                  <a:cubicBezTo>
                    <a:pt x="140" y="145"/>
                    <a:pt x="148" y="132"/>
                    <a:pt x="143" y="124"/>
                  </a:cubicBezTo>
                  <a:close/>
                  <a:moveTo>
                    <a:pt x="53" y="72"/>
                  </a:moveTo>
                  <a:cubicBezTo>
                    <a:pt x="53" y="60"/>
                    <a:pt x="53" y="60"/>
                    <a:pt x="53" y="60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2" y="45"/>
                    <a:pt x="122" y="45"/>
                    <a:pt x="122" y="45"/>
                  </a:cubicBezTo>
                  <a:lnTo>
                    <a:pt x="53" y="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6" name="Oval 86">
              <a:extLst>
                <a:ext uri="{FF2B5EF4-FFF2-40B4-BE49-F238E27FC236}">
                  <a16:creationId xmlns:a16="http://schemas.microsoft.com/office/drawing/2014/main" id="{142FAA26-160C-694B-859A-B6BCB6F06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2055" y="3754332"/>
              <a:ext cx="678349" cy="680142"/>
            </a:xfrm>
            <a:prstGeom prst="ellipse">
              <a:avLst/>
            </a:prstGeom>
            <a:solidFill>
              <a:srgbClr val="44546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7" name="Freeform 87">
              <a:extLst>
                <a:ext uri="{FF2B5EF4-FFF2-40B4-BE49-F238E27FC236}">
                  <a16:creationId xmlns:a16="http://schemas.microsoft.com/office/drawing/2014/main" id="{0F730D35-336B-2243-A40E-2B37F4883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7509" y="4076929"/>
              <a:ext cx="425649" cy="181909"/>
            </a:xfrm>
            <a:custGeom>
              <a:avLst/>
              <a:gdLst>
                <a:gd name="T0" fmla="*/ 109 w 201"/>
                <a:gd name="T1" fmla="*/ 0 h 86"/>
                <a:gd name="T2" fmla="*/ 111 w 201"/>
                <a:gd name="T3" fmla="*/ 14 h 86"/>
                <a:gd name="T4" fmla="*/ 63 w 201"/>
                <a:gd name="T5" fmla="*/ 62 h 86"/>
                <a:gd name="T6" fmla="*/ 16 w 201"/>
                <a:gd name="T7" fmla="*/ 14 h 86"/>
                <a:gd name="T8" fmla="*/ 18 w 201"/>
                <a:gd name="T9" fmla="*/ 0 h 86"/>
                <a:gd name="T10" fmla="*/ 0 w 201"/>
                <a:gd name="T11" fmla="*/ 0 h 86"/>
                <a:gd name="T12" fmla="*/ 0 w 201"/>
                <a:gd name="T13" fmla="*/ 72 h 86"/>
                <a:gd name="T14" fmla="*/ 14 w 201"/>
                <a:gd name="T15" fmla="*/ 86 h 86"/>
                <a:gd name="T16" fmla="*/ 187 w 201"/>
                <a:gd name="T17" fmla="*/ 86 h 86"/>
                <a:gd name="T18" fmla="*/ 201 w 201"/>
                <a:gd name="T19" fmla="*/ 72 h 86"/>
                <a:gd name="T20" fmla="*/ 201 w 201"/>
                <a:gd name="T21" fmla="*/ 0 h 86"/>
                <a:gd name="T22" fmla="*/ 109 w 201"/>
                <a:gd name="T23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1" h="86">
                  <a:moveTo>
                    <a:pt x="109" y="0"/>
                  </a:moveTo>
                  <a:cubicBezTo>
                    <a:pt x="110" y="4"/>
                    <a:pt x="111" y="9"/>
                    <a:pt x="111" y="14"/>
                  </a:cubicBezTo>
                  <a:cubicBezTo>
                    <a:pt x="111" y="41"/>
                    <a:pt x="90" y="62"/>
                    <a:pt x="63" y="62"/>
                  </a:cubicBezTo>
                  <a:cubicBezTo>
                    <a:pt x="37" y="62"/>
                    <a:pt x="16" y="41"/>
                    <a:pt x="16" y="14"/>
                  </a:cubicBezTo>
                  <a:cubicBezTo>
                    <a:pt x="16" y="9"/>
                    <a:pt x="16" y="4"/>
                    <a:pt x="1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9"/>
                    <a:pt x="6" y="86"/>
                    <a:pt x="14" y="86"/>
                  </a:cubicBezTo>
                  <a:cubicBezTo>
                    <a:pt x="187" y="86"/>
                    <a:pt x="187" y="86"/>
                    <a:pt x="187" y="86"/>
                  </a:cubicBezTo>
                  <a:cubicBezTo>
                    <a:pt x="195" y="86"/>
                    <a:pt x="201" y="79"/>
                    <a:pt x="201" y="72"/>
                  </a:cubicBezTo>
                  <a:cubicBezTo>
                    <a:pt x="201" y="0"/>
                    <a:pt x="201" y="0"/>
                    <a:pt x="201" y="0"/>
                  </a:cubicBezTo>
                  <a:lnTo>
                    <a:pt x="1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8" name="Freeform 88">
              <a:extLst>
                <a:ext uri="{FF2B5EF4-FFF2-40B4-BE49-F238E27FC236}">
                  <a16:creationId xmlns:a16="http://schemas.microsoft.com/office/drawing/2014/main" id="{BB8B7BBB-8C4D-FF43-AFB5-F86CB136D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9951" y="3929968"/>
              <a:ext cx="99467" cy="36740"/>
            </a:xfrm>
            <a:custGeom>
              <a:avLst/>
              <a:gdLst>
                <a:gd name="T0" fmla="*/ 44 w 47"/>
                <a:gd name="T1" fmla="*/ 17 h 17"/>
                <a:gd name="T2" fmla="*/ 3 w 47"/>
                <a:gd name="T3" fmla="*/ 17 h 17"/>
                <a:gd name="T4" fmla="*/ 0 w 47"/>
                <a:gd name="T5" fmla="*/ 14 h 17"/>
                <a:gd name="T6" fmla="*/ 0 w 47"/>
                <a:gd name="T7" fmla="*/ 3 h 17"/>
                <a:gd name="T8" fmla="*/ 3 w 47"/>
                <a:gd name="T9" fmla="*/ 0 h 17"/>
                <a:gd name="T10" fmla="*/ 44 w 47"/>
                <a:gd name="T11" fmla="*/ 0 h 17"/>
                <a:gd name="T12" fmla="*/ 47 w 47"/>
                <a:gd name="T13" fmla="*/ 3 h 17"/>
                <a:gd name="T14" fmla="*/ 47 w 47"/>
                <a:gd name="T15" fmla="*/ 14 h 17"/>
                <a:gd name="T16" fmla="*/ 44 w 47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7">
                  <a:moveTo>
                    <a:pt x="44" y="17"/>
                  </a:moveTo>
                  <a:cubicBezTo>
                    <a:pt x="3" y="17"/>
                    <a:pt x="3" y="17"/>
                    <a:pt x="3" y="17"/>
                  </a:cubicBezTo>
                  <a:cubicBezTo>
                    <a:pt x="1" y="17"/>
                    <a:pt x="0" y="16"/>
                    <a:pt x="0" y="1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6" y="0"/>
                    <a:pt x="47" y="1"/>
                    <a:pt x="47" y="3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6"/>
                    <a:pt x="46" y="17"/>
                    <a:pt x="44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9" name="Freeform 89">
              <a:extLst>
                <a:ext uri="{FF2B5EF4-FFF2-40B4-BE49-F238E27FC236}">
                  <a16:creationId xmlns:a16="http://schemas.microsoft.com/office/drawing/2014/main" id="{3C882E27-DB63-D248-9232-D326D6BA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7509" y="3979254"/>
              <a:ext cx="425649" cy="80649"/>
            </a:xfrm>
            <a:custGeom>
              <a:avLst/>
              <a:gdLst>
                <a:gd name="T0" fmla="*/ 187 w 201"/>
                <a:gd name="T1" fmla="*/ 0 h 38"/>
                <a:gd name="T2" fmla="*/ 14 w 201"/>
                <a:gd name="T3" fmla="*/ 0 h 38"/>
                <a:gd name="T4" fmla="*/ 0 w 201"/>
                <a:gd name="T5" fmla="*/ 14 h 38"/>
                <a:gd name="T6" fmla="*/ 0 w 201"/>
                <a:gd name="T7" fmla="*/ 38 h 38"/>
                <a:gd name="T8" fmla="*/ 21 w 201"/>
                <a:gd name="T9" fmla="*/ 38 h 38"/>
                <a:gd name="T10" fmla="*/ 63 w 201"/>
                <a:gd name="T11" fmla="*/ 13 h 38"/>
                <a:gd name="T12" fmla="*/ 105 w 201"/>
                <a:gd name="T13" fmla="*/ 38 h 38"/>
                <a:gd name="T14" fmla="*/ 201 w 201"/>
                <a:gd name="T15" fmla="*/ 38 h 38"/>
                <a:gd name="T16" fmla="*/ 201 w 201"/>
                <a:gd name="T17" fmla="*/ 14 h 38"/>
                <a:gd name="T18" fmla="*/ 187 w 201"/>
                <a:gd name="T19" fmla="*/ 0 h 38"/>
                <a:gd name="T20" fmla="*/ 168 w 201"/>
                <a:gd name="T21" fmla="*/ 27 h 38"/>
                <a:gd name="T22" fmla="*/ 160 w 201"/>
                <a:gd name="T23" fmla="*/ 19 h 38"/>
                <a:gd name="T24" fmla="*/ 168 w 201"/>
                <a:gd name="T25" fmla="*/ 10 h 38"/>
                <a:gd name="T26" fmla="*/ 176 w 201"/>
                <a:gd name="T27" fmla="*/ 19 h 38"/>
                <a:gd name="T28" fmla="*/ 168 w 201"/>
                <a:gd name="T29" fmla="*/ 2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1" h="38">
                  <a:moveTo>
                    <a:pt x="187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9" y="23"/>
                    <a:pt x="45" y="13"/>
                    <a:pt x="63" y="13"/>
                  </a:cubicBezTo>
                  <a:cubicBezTo>
                    <a:pt x="81" y="13"/>
                    <a:pt x="97" y="23"/>
                    <a:pt x="105" y="38"/>
                  </a:cubicBezTo>
                  <a:cubicBezTo>
                    <a:pt x="201" y="38"/>
                    <a:pt x="201" y="38"/>
                    <a:pt x="201" y="38"/>
                  </a:cubicBezTo>
                  <a:cubicBezTo>
                    <a:pt x="201" y="14"/>
                    <a:pt x="201" y="14"/>
                    <a:pt x="201" y="14"/>
                  </a:cubicBezTo>
                  <a:cubicBezTo>
                    <a:pt x="201" y="6"/>
                    <a:pt x="195" y="0"/>
                    <a:pt x="187" y="0"/>
                  </a:cubicBezTo>
                  <a:close/>
                  <a:moveTo>
                    <a:pt x="168" y="27"/>
                  </a:moveTo>
                  <a:cubicBezTo>
                    <a:pt x="163" y="27"/>
                    <a:pt x="160" y="23"/>
                    <a:pt x="160" y="19"/>
                  </a:cubicBezTo>
                  <a:cubicBezTo>
                    <a:pt x="160" y="14"/>
                    <a:pt x="163" y="10"/>
                    <a:pt x="168" y="10"/>
                  </a:cubicBezTo>
                  <a:cubicBezTo>
                    <a:pt x="172" y="10"/>
                    <a:pt x="176" y="14"/>
                    <a:pt x="176" y="19"/>
                  </a:cubicBezTo>
                  <a:cubicBezTo>
                    <a:pt x="176" y="23"/>
                    <a:pt x="172" y="27"/>
                    <a:pt x="168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0" name="Oval 90">
              <a:extLst>
                <a:ext uri="{FF2B5EF4-FFF2-40B4-BE49-F238E27FC236}">
                  <a16:creationId xmlns:a16="http://schemas.microsoft.com/office/drawing/2014/main" id="{0C4DAB13-9E34-1C44-8090-FD00A84DE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1714" y="5165693"/>
              <a:ext cx="631752" cy="631752"/>
            </a:xfrm>
            <a:prstGeom prst="ellipse">
              <a:avLst/>
            </a:prstGeom>
            <a:solidFill>
              <a:srgbClr val="F39C1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1" name="Freeform 91">
              <a:extLst>
                <a:ext uri="{FF2B5EF4-FFF2-40B4-BE49-F238E27FC236}">
                  <a16:creationId xmlns:a16="http://schemas.microsoft.com/office/drawing/2014/main" id="{7FE5E098-F403-4C48-9011-2E1C429488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97169" y="5348498"/>
              <a:ext cx="383532" cy="267039"/>
            </a:xfrm>
            <a:custGeom>
              <a:avLst/>
              <a:gdLst>
                <a:gd name="T0" fmla="*/ 90 w 181"/>
                <a:gd name="T1" fmla="*/ 0 h 126"/>
                <a:gd name="T2" fmla="*/ 0 w 181"/>
                <a:gd name="T3" fmla="*/ 55 h 126"/>
                <a:gd name="T4" fmla="*/ 90 w 181"/>
                <a:gd name="T5" fmla="*/ 110 h 126"/>
                <a:gd name="T6" fmla="*/ 135 w 181"/>
                <a:gd name="T7" fmla="*/ 103 h 126"/>
                <a:gd name="T8" fmla="*/ 162 w 181"/>
                <a:gd name="T9" fmla="*/ 126 h 126"/>
                <a:gd name="T10" fmla="*/ 162 w 181"/>
                <a:gd name="T11" fmla="*/ 88 h 126"/>
                <a:gd name="T12" fmla="*/ 181 w 181"/>
                <a:gd name="T13" fmla="*/ 55 h 126"/>
                <a:gd name="T14" fmla="*/ 90 w 181"/>
                <a:gd name="T15" fmla="*/ 0 h 126"/>
                <a:gd name="T16" fmla="*/ 131 w 181"/>
                <a:gd name="T17" fmla="*/ 81 h 126"/>
                <a:gd name="T18" fmla="*/ 49 w 181"/>
                <a:gd name="T19" fmla="*/ 81 h 126"/>
                <a:gd name="T20" fmla="*/ 45 w 181"/>
                <a:gd name="T21" fmla="*/ 76 h 126"/>
                <a:gd name="T22" fmla="*/ 49 w 181"/>
                <a:gd name="T23" fmla="*/ 72 h 126"/>
                <a:gd name="T24" fmla="*/ 131 w 181"/>
                <a:gd name="T25" fmla="*/ 72 h 126"/>
                <a:gd name="T26" fmla="*/ 135 w 181"/>
                <a:gd name="T27" fmla="*/ 76 h 126"/>
                <a:gd name="T28" fmla="*/ 131 w 181"/>
                <a:gd name="T29" fmla="*/ 81 h 126"/>
                <a:gd name="T30" fmla="*/ 131 w 181"/>
                <a:gd name="T31" fmla="*/ 60 h 126"/>
                <a:gd name="T32" fmla="*/ 49 w 181"/>
                <a:gd name="T33" fmla="*/ 60 h 126"/>
                <a:gd name="T34" fmla="*/ 45 w 181"/>
                <a:gd name="T35" fmla="*/ 55 h 126"/>
                <a:gd name="T36" fmla="*/ 49 w 181"/>
                <a:gd name="T37" fmla="*/ 51 h 126"/>
                <a:gd name="T38" fmla="*/ 131 w 181"/>
                <a:gd name="T39" fmla="*/ 51 h 126"/>
                <a:gd name="T40" fmla="*/ 135 w 181"/>
                <a:gd name="T41" fmla="*/ 55 h 126"/>
                <a:gd name="T42" fmla="*/ 131 w 181"/>
                <a:gd name="T43" fmla="*/ 60 h 126"/>
                <a:gd name="T44" fmla="*/ 131 w 181"/>
                <a:gd name="T45" fmla="*/ 39 h 126"/>
                <a:gd name="T46" fmla="*/ 49 w 181"/>
                <a:gd name="T47" fmla="*/ 39 h 126"/>
                <a:gd name="T48" fmla="*/ 45 w 181"/>
                <a:gd name="T49" fmla="*/ 34 h 126"/>
                <a:gd name="T50" fmla="*/ 49 w 181"/>
                <a:gd name="T51" fmla="*/ 29 h 126"/>
                <a:gd name="T52" fmla="*/ 131 w 181"/>
                <a:gd name="T53" fmla="*/ 29 h 126"/>
                <a:gd name="T54" fmla="*/ 135 w 181"/>
                <a:gd name="T55" fmla="*/ 34 h 126"/>
                <a:gd name="T56" fmla="*/ 131 w 181"/>
                <a:gd name="T57" fmla="*/ 39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1" h="126">
                  <a:moveTo>
                    <a:pt x="90" y="0"/>
                  </a:moveTo>
                  <a:cubicBezTo>
                    <a:pt x="40" y="0"/>
                    <a:pt x="0" y="24"/>
                    <a:pt x="0" y="55"/>
                  </a:cubicBezTo>
                  <a:cubicBezTo>
                    <a:pt x="0" y="85"/>
                    <a:pt x="40" y="110"/>
                    <a:pt x="90" y="110"/>
                  </a:cubicBezTo>
                  <a:cubicBezTo>
                    <a:pt x="106" y="110"/>
                    <a:pt x="122" y="107"/>
                    <a:pt x="135" y="103"/>
                  </a:cubicBezTo>
                  <a:cubicBezTo>
                    <a:pt x="162" y="126"/>
                    <a:pt x="162" y="126"/>
                    <a:pt x="162" y="126"/>
                  </a:cubicBezTo>
                  <a:cubicBezTo>
                    <a:pt x="162" y="88"/>
                    <a:pt x="162" y="88"/>
                    <a:pt x="162" y="88"/>
                  </a:cubicBezTo>
                  <a:cubicBezTo>
                    <a:pt x="174" y="79"/>
                    <a:pt x="181" y="67"/>
                    <a:pt x="181" y="55"/>
                  </a:cubicBezTo>
                  <a:cubicBezTo>
                    <a:pt x="181" y="24"/>
                    <a:pt x="140" y="0"/>
                    <a:pt x="90" y="0"/>
                  </a:cubicBezTo>
                  <a:close/>
                  <a:moveTo>
                    <a:pt x="131" y="81"/>
                  </a:moveTo>
                  <a:cubicBezTo>
                    <a:pt x="49" y="81"/>
                    <a:pt x="49" y="81"/>
                    <a:pt x="49" y="81"/>
                  </a:cubicBezTo>
                  <a:cubicBezTo>
                    <a:pt x="47" y="81"/>
                    <a:pt x="45" y="79"/>
                    <a:pt x="45" y="76"/>
                  </a:cubicBezTo>
                  <a:cubicBezTo>
                    <a:pt x="45" y="74"/>
                    <a:pt x="47" y="72"/>
                    <a:pt x="49" y="72"/>
                  </a:cubicBezTo>
                  <a:cubicBezTo>
                    <a:pt x="131" y="72"/>
                    <a:pt x="131" y="72"/>
                    <a:pt x="131" y="72"/>
                  </a:cubicBezTo>
                  <a:cubicBezTo>
                    <a:pt x="133" y="72"/>
                    <a:pt x="135" y="74"/>
                    <a:pt x="135" y="76"/>
                  </a:cubicBezTo>
                  <a:cubicBezTo>
                    <a:pt x="135" y="79"/>
                    <a:pt x="133" y="81"/>
                    <a:pt x="131" y="81"/>
                  </a:cubicBezTo>
                  <a:close/>
                  <a:moveTo>
                    <a:pt x="131" y="60"/>
                  </a:moveTo>
                  <a:cubicBezTo>
                    <a:pt x="49" y="60"/>
                    <a:pt x="49" y="60"/>
                    <a:pt x="49" y="60"/>
                  </a:cubicBezTo>
                  <a:cubicBezTo>
                    <a:pt x="47" y="60"/>
                    <a:pt x="45" y="58"/>
                    <a:pt x="45" y="55"/>
                  </a:cubicBezTo>
                  <a:cubicBezTo>
                    <a:pt x="45" y="53"/>
                    <a:pt x="47" y="51"/>
                    <a:pt x="49" y="5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33" y="51"/>
                    <a:pt x="135" y="53"/>
                    <a:pt x="135" y="55"/>
                  </a:cubicBezTo>
                  <a:cubicBezTo>
                    <a:pt x="135" y="58"/>
                    <a:pt x="133" y="60"/>
                    <a:pt x="131" y="60"/>
                  </a:cubicBezTo>
                  <a:close/>
                  <a:moveTo>
                    <a:pt x="131" y="39"/>
                  </a:moveTo>
                  <a:cubicBezTo>
                    <a:pt x="49" y="39"/>
                    <a:pt x="49" y="39"/>
                    <a:pt x="49" y="39"/>
                  </a:cubicBezTo>
                  <a:cubicBezTo>
                    <a:pt x="47" y="39"/>
                    <a:pt x="45" y="37"/>
                    <a:pt x="45" y="34"/>
                  </a:cubicBezTo>
                  <a:cubicBezTo>
                    <a:pt x="45" y="32"/>
                    <a:pt x="47" y="29"/>
                    <a:pt x="49" y="29"/>
                  </a:cubicBezTo>
                  <a:cubicBezTo>
                    <a:pt x="131" y="29"/>
                    <a:pt x="131" y="29"/>
                    <a:pt x="131" y="29"/>
                  </a:cubicBezTo>
                  <a:cubicBezTo>
                    <a:pt x="133" y="29"/>
                    <a:pt x="135" y="32"/>
                    <a:pt x="135" y="34"/>
                  </a:cubicBezTo>
                  <a:cubicBezTo>
                    <a:pt x="135" y="37"/>
                    <a:pt x="133" y="39"/>
                    <a:pt x="131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2" name="Freeform 92">
              <a:extLst>
                <a:ext uri="{FF2B5EF4-FFF2-40B4-BE49-F238E27FC236}">
                  <a16:creationId xmlns:a16="http://schemas.microsoft.com/office/drawing/2014/main" id="{A0B65F7F-6995-B446-A567-C3975F6EF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8038" y="2349243"/>
              <a:ext cx="455220" cy="453428"/>
            </a:xfrm>
            <a:custGeom>
              <a:avLst/>
              <a:gdLst>
                <a:gd name="T0" fmla="*/ 212 w 215"/>
                <a:gd name="T1" fmla="*/ 83 h 214"/>
                <a:gd name="T2" fmla="*/ 215 w 215"/>
                <a:gd name="T3" fmla="*/ 107 h 214"/>
                <a:gd name="T4" fmla="*/ 107 w 215"/>
                <a:gd name="T5" fmla="*/ 214 h 214"/>
                <a:gd name="T6" fmla="*/ 0 w 215"/>
                <a:gd name="T7" fmla="*/ 107 h 214"/>
                <a:gd name="T8" fmla="*/ 107 w 215"/>
                <a:gd name="T9" fmla="*/ 0 h 214"/>
                <a:gd name="T10" fmla="*/ 212 w 215"/>
                <a:gd name="T11" fmla="*/ 8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5" h="214">
                  <a:moveTo>
                    <a:pt x="212" y="83"/>
                  </a:moveTo>
                  <a:cubicBezTo>
                    <a:pt x="214" y="90"/>
                    <a:pt x="215" y="98"/>
                    <a:pt x="215" y="107"/>
                  </a:cubicBezTo>
                  <a:cubicBezTo>
                    <a:pt x="215" y="166"/>
                    <a:pt x="167" y="214"/>
                    <a:pt x="107" y="214"/>
                  </a:cubicBezTo>
                  <a:cubicBezTo>
                    <a:pt x="48" y="214"/>
                    <a:pt x="0" y="166"/>
                    <a:pt x="0" y="107"/>
                  </a:cubicBezTo>
                  <a:cubicBezTo>
                    <a:pt x="0" y="48"/>
                    <a:pt x="48" y="0"/>
                    <a:pt x="107" y="0"/>
                  </a:cubicBezTo>
                  <a:cubicBezTo>
                    <a:pt x="158" y="0"/>
                    <a:pt x="201" y="35"/>
                    <a:pt x="212" y="83"/>
                  </a:cubicBezTo>
                </a:path>
              </a:pathLst>
            </a:custGeom>
            <a:solidFill>
              <a:srgbClr val="44546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3" name="Freeform 93">
              <a:extLst>
                <a:ext uri="{FF2B5EF4-FFF2-40B4-BE49-F238E27FC236}">
                  <a16:creationId xmlns:a16="http://schemas.microsoft.com/office/drawing/2014/main" id="{0287634B-2ABB-544A-87EF-6C300CE37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3025" y="2597463"/>
              <a:ext cx="99467" cy="88714"/>
            </a:xfrm>
            <a:custGeom>
              <a:avLst/>
              <a:gdLst>
                <a:gd name="T0" fmla="*/ 44 w 47"/>
                <a:gd name="T1" fmla="*/ 0 h 42"/>
                <a:gd name="T2" fmla="*/ 1 w 47"/>
                <a:gd name="T3" fmla="*/ 38 h 42"/>
                <a:gd name="T4" fmla="*/ 1 w 47"/>
                <a:gd name="T5" fmla="*/ 41 h 42"/>
                <a:gd name="T6" fmla="*/ 3 w 47"/>
                <a:gd name="T7" fmla="*/ 42 h 42"/>
                <a:gd name="T8" fmla="*/ 4 w 47"/>
                <a:gd name="T9" fmla="*/ 41 h 42"/>
                <a:gd name="T10" fmla="*/ 47 w 47"/>
                <a:gd name="T11" fmla="*/ 3 h 42"/>
                <a:gd name="T12" fmla="*/ 44 w 47"/>
                <a:gd name="T1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42">
                  <a:moveTo>
                    <a:pt x="44" y="0"/>
                  </a:moveTo>
                  <a:cubicBezTo>
                    <a:pt x="1" y="38"/>
                    <a:pt x="1" y="38"/>
                    <a:pt x="1" y="38"/>
                  </a:cubicBezTo>
                  <a:cubicBezTo>
                    <a:pt x="0" y="39"/>
                    <a:pt x="0" y="40"/>
                    <a:pt x="1" y="41"/>
                  </a:cubicBezTo>
                  <a:cubicBezTo>
                    <a:pt x="2" y="42"/>
                    <a:pt x="2" y="42"/>
                    <a:pt x="3" y="42"/>
                  </a:cubicBezTo>
                  <a:cubicBezTo>
                    <a:pt x="3" y="42"/>
                    <a:pt x="4" y="42"/>
                    <a:pt x="4" y="41"/>
                  </a:cubicBezTo>
                  <a:cubicBezTo>
                    <a:pt x="47" y="3"/>
                    <a:pt x="47" y="3"/>
                    <a:pt x="47" y="3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FFFFFF"/>
            </a:solidFill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4" name="Freeform 94">
              <a:extLst>
                <a:ext uri="{FF2B5EF4-FFF2-40B4-BE49-F238E27FC236}">
                  <a16:creationId xmlns:a16="http://schemas.microsoft.com/office/drawing/2014/main" id="{2DB8CB5F-5358-814E-A288-EFEC0714A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7908" y="2597463"/>
              <a:ext cx="100363" cy="88714"/>
            </a:xfrm>
            <a:custGeom>
              <a:avLst/>
              <a:gdLst>
                <a:gd name="T0" fmla="*/ 45 w 47"/>
                <a:gd name="T1" fmla="*/ 38 h 42"/>
                <a:gd name="T2" fmla="*/ 3 w 47"/>
                <a:gd name="T3" fmla="*/ 0 h 42"/>
                <a:gd name="T4" fmla="*/ 0 w 47"/>
                <a:gd name="T5" fmla="*/ 3 h 42"/>
                <a:gd name="T6" fmla="*/ 42 w 47"/>
                <a:gd name="T7" fmla="*/ 41 h 42"/>
                <a:gd name="T8" fmla="*/ 46 w 47"/>
                <a:gd name="T9" fmla="*/ 41 h 42"/>
                <a:gd name="T10" fmla="*/ 45 w 47"/>
                <a:gd name="T11" fmla="*/ 3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42">
                  <a:moveTo>
                    <a:pt x="45" y="38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2"/>
                    <a:pt x="45" y="42"/>
                    <a:pt x="46" y="41"/>
                  </a:cubicBezTo>
                  <a:cubicBezTo>
                    <a:pt x="47" y="40"/>
                    <a:pt x="46" y="39"/>
                    <a:pt x="45" y="38"/>
                  </a:cubicBezTo>
                  <a:close/>
                </a:path>
              </a:pathLst>
            </a:custGeom>
            <a:solidFill>
              <a:srgbClr val="FFFFFF"/>
            </a:solidFill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5" name="Freeform 95">
              <a:extLst>
                <a:ext uri="{FF2B5EF4-FFF2-40B4-BE49-F238E27FC236}">
                  <a16:creationId xmlns:a16="http://schemas.microsoft.com/office/drawing/2014/main" id="{E6E85FE8-68A0-7747-A4B8-C05E33DC4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4817" y="2515022"/>
              <a:ext cx="260766" cy="171156"/>
            </a:xfrm>
            <a:custGeom>
              <a:avLst/>
              <a:gdLst>
                <a:gd name="T0" fmla="*/ 121 w 123"/>
                <a:gd name="T1" fmla="*/ 0 h 81"/>
                <a:gd name="T2" fmla="*/ 117 w 123"/>
                <a:gd name="T3" fmla="*/ 0 h 81"/>
                <a:gd name="T4" fmla="*/ 117 w 123"/>
                <a:gd name="T5" fmla="*/ 4 h 81"/>
                <a:gd name="T6" fmla="*/ 119 w 123"/>
                <a:gd name="T7" fmla="*/ 4 h 81"/>
                <a:gd name="T8" fmla="*/ 119 w 123"/>
                <a:gd name="T9" fmla="*/ 76 h 81"/>
                <a:gd name="T10" fmla="*/ 4 w 123"/>
                <a:gd name="T11" fmla="*/ 76 h 81"/>
                <a:gd name="T12" fmla="*/ 4 w 123"/>
                <a:gd name="T13" fmla="*/ 6 h 81"/>
                <a:gd name="T14" fmla="*/ 4 w 123"/>
                <a:gd name="T15" fmla="*/ 6 h 81"/>
                <a:gd name="T16" fmla="*/ 4 w 123"/>
                <a:gd name="T17" fmla="*/ 0 h 81"/>
                <a:gd name="T18" fmla="*/ 2 w 123"/>
                <a:gd name="T19" fmla="*/ 0 h 81"/>
                <a:gd name="T20" fmla="*/ 0 w 123"/>
                <a:gd name="T21" fmla="*/ 2 h 81"/>
                <a:gd name="T22" fmla="*/ 0 w 123"/>
                <a:gd name="T23" fmla="*/ 79 h 81"/>
                <a:gd name="T24" fmla="*/ 2 w 123"/>
                <a:gd name="T25" fmla="*/ 81 h 81"/>
                <a:gd name="T26" fmla="*/ 121 w 123"/>
                <a:gd name="T27" fmla="*/ 81 h 81"/>
                <a:gd name="T28" fmla="*/ 123 w 123"/>
                <a:gd name="T29" fmla="*/ 79 h 81"/>
                <a:gd name="T30" fmla="*/ 123 w 123"/>
                <a:gd name="T31" fmla="*/ 2 h 81"/>
                <a:gd name="T32" fmla="*/ 121 w 123"/>
                <a:gd name="T33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3" h="81">
                  <a:moveTo>
                    <a:pt x="121" y="0"/>
                  </a:moveTo>
                  <a:cubicBezTo>
                    <a:pt x="117" y="0"/>
                    <a:pt x="117" y="0"/>
                    <a:pt x="117" y="0"/>
                  </a:cubicBezTo>
                  <a:cubicBezTo>
                    <a:pt x="117" y="4"/>
                    <a:pt x="117" y="4"/>
                    <a:pt x="117" y="4"/>
                  </a:cubicBezTo>
                  <a:cubicBezTo>
                    <a:pt x="119" y="4"/>
                    <a:pt x="119" y="4"/>
                    <a:pt x="119" y="4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0"/>
                    <a:pt x="1" y="81"/>
                    <a:pt x="2" y="81"/>
                  </a:cubicBezTo>
                  <a:cubicBezTo>
                    <a:pt x="121" y="81"/>
                    <a:pt x="121" y="81"/>
                    <a:pt x="121" y="81"/>
                  </a:cubicBezTo>
                  <a:cubicBezTo>
                    <a:pt x="122" y="81"/>
                    <a:pt x="123" y="80"/>
                    <a:pt x="123" y="79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123" y="1"/>
                    <a:pt x="122" y="0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6" name="Freeform 96">
              <a:extLst>
                <a:ext uri="{FF2B5EF4-FFF2-40B4-BE49-F238E27FC236}">
                  <a16:creationId xmlns:a16="http://schemas.microsoft.com/office/drawing/2014/main" id="{77B85B28-C36E-CD45-8C9F-0007182623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84817" y="2412866"/>
              <a:ext cx="260766" cy="226714"/>
            </a:xfrm>
            <a:custGeom>
              <a:avLst/>
              <a:gdLst>
                <a:gd name="T0" fmla="*/ 122 w 123"/>
                <a:gd name="T1" fmla="*/ 48 h 107"/>
                <a:gd name="T2" fmla="*/ 63 w 123"/>
                <a:gd name="T3" fmla="*/ 1 h 107"/>
                <a:gd name="T4" fmla="*/ 60 w 123"/>
                <a:gd name="T5" fmla="*/ 1 h 107"/>
                <a:gd name="T6" fmla="*/ 0 w 123"/>
                <a:gd name="T7" fmla="*/ 48 h 107"/>
                <a:gd name="T8" fmla="*/ 0 w 123"/>
                <a:gd name="T9" fmla="*/ 50 h 107"/>
                <a:gd name="T10" fmla="*/ 0 w 123"/>
                <a:gd name="T11" fmla="*/ 52 h 107"/>
                <a:gd name="T12" fmla="*/ 60 w 123"/>
                <a:gd name="T13" fmla="*/ 106 h 107"/>
                <a:gd name="T14" fmla="*/ 61 w 123"/>
                <a:gd name="T15" fmla="*/ 107 h 107"/>
                <a:gd name="T16" fmla="*/ 63 w 123"/>
                <a:gd name="T17" fmla="*/ 106 h 107"/>
                <a:gd name="T18" fmla="*/ 123 w 123"/>
                <a:gd name="T19" fmla="*/ 52 h 107"/>
                <a:gd name="T20" fmla="*/ 123 w 123"/>
                <a:gd name="T21" fmla="*/ 50 h 107"/>
                <a:gd name="T22" fmla="*/ 122 w 123"/>
                <a:gd name="T23" fmla="*/ 48 h 107"/>
                <a:gd name="T24" fmla="*/ 61 w 123"/>
                <a:gd name="T25" fmla="*/ 102 h 107"/>
                <a:gd name="T26" fmla="*/ 6 w 123"/>
                <a:gd name="T27" fmla="*/ 50 h 107"/>
                <a:gd name="T28" fmla="*/ 61 w 123"/>
                <a:gd name="T29" fmla="*/ 6 h 107"/>
                <a:gd name="T30" fmla="*/ 117 w 123"/>
                <a:gd name="T31" fmla="*/ 50 h 107"/>
                <a:gd name="T32" fmla="*/ 61 w 123"/>
                <a:gd name="T33" fmla="*/ 10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3" h="107">
                  <a:moveTo>
                    <a:pt x="122" y="48"/>
                  </a:moveTo>
                  <a:cubicBezTo>
                    <a:pt x="63" y="1"/>
                    <a:pt x="63" y="1"/>
                    <a:pt x="63" y="1"/>
                  </a:cubicBezTo>
                  <a:cubicBezTo>
                    <a:pt x="62" y="0"/>
                    <a:pt x="61" y="0"/>
                    <a:pt x="60" y="1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9"/>
                    <a:pt x="0" y="49"/>
                    <a:pt x="0" y="50"/>
                  </a:cubicBezTo>
                  <a:cubicBezTo>
                    <a:pt x="0" y="51"/>
                    <a:pt x="0" y="51"/>
                    <a:pt x="0" y="52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60" y="107"/>
                    <a:pt x="61" y="107"/>
                    <a:pt x="61" y="107"/>
                  </a:cubicBezTo>
                  <a:cubicBezTo>
                    <a:pt x="62" y="107"/>
                    <a:pt x="63" y="107"/>
                    <a:pt x="63" y="106"/>
                  </a:cubicBezTo>
                  <a:cubicBezTo>
                    <a:pt x="123" y="52"/>
                    <a:pt x="123" y="52"/>
                    <a:pt x="123" y="52"/>
                  </a:cubicBezTo>
                  <a:cubicBezTo>
                    <a:pt x="123" y="51"/>
                    <a:pt x="123" y="51"/>
                    <a:pt x="123" y="50"/>
                  </a:cubicBezTo>
                  <a:cubicBezTo>
                    <a:pt x="123" y="49"/>
                    <a:pt x="123" y="49"/>
                    <a:pt x="122" y="48"/>
                  </a:cubicBezTo>
                  <a:close/>
                  <a:moveTo>
                    <a:pt x="61" y="102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117" y="50"/>
                    <a:pt x="117" y="50"/>
                    <a:pt x="117" y="50"/>
                  </a:cubicBezTo>
                  <a:lnTo>
                    <a:pt x="61" y="102"/>
                  </a:lnTo>
                  <a:close/>
                </a:path>
              </a:pathLst>
            </a:custGeom>
            <a:solidFill>
              <a:srgbClr val="FFFFFF"/>
            </a:solidFill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7" name="Freeform 97">
              <a:extLst>
                <a:ext uri="{FF2B5EF4-FFF2-40B4-BE49-F238E27FC236}">
                  <a16:creationId xmlns:a16="http://schemas.microsoft.com/office/drawing/2014/main" id="{4B9EF34B-77F7-064E-8EF7-97602154A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3025" y="2515022"/>
              <a:ext cx="262558" cy="124558"/>
            </a:xfrm>
            <a:custGeom>
              <a:avLst/>
              <a:gdLst>
                <a:gd name="T0" fmla="*/ 124 w 124"/>
                <a:gd name="T1" fmla="*/ 1 h 59"/>
                <a:gd name="T2" fmla="*/ 122 w 124"/>
                <a:gd name="T3" fmla="*/ 0 h 59"/>
                <a:gd name="T4" fmla="*/ 119 w 124"/>
                <a:gd name="T5" fmla="*/ 0 h 59"/>
                <a:gd name="T6" fmla="*/ 119 w 124"/>
                <a:gd name="T7" fmla="*/ 6 h 59"/>
                <a:gd name="T8" fmla="*/ 114 w 124"/>
                <a:gd name="T9" fmla="*/ 6 h 59"/>
                <a:gd name="T10" fmla="*/ 62 w 124"/>
                <a:gd name="T11" fmla="*/ 54 h 59"/>
                <a:gd name="T12" fmla="*/ 11 w 124"/>
                <a:gd name="T13" fmla="*/ 6 h 59"/>
                <a:gd name="T14" fmla="*/ 6 w 124"/>
                <a:gd name="T15" fmla="*/ 6 h 59"/>
                <a:gd name="T16" fmla="*/ 6 w 124"/>
                <a:gd name="T17" fmla="*/ 0 h 59"/>
                <a:gd name="T18" fmla="*/ 3 w 124"/>
                <a:gd name="T19" fmla="*/ 0 h 59"/>
                <a:gd name="T20" fmla="*/ 1 w 124"/>
                <a:gd name="T21" fmla="*/ 1 h 59"/>
                <a:gd name="T22" fmla="*/ 1 w 124"/>
                <a:gd name="T23" fmla="*/ 4 h 59"/>
                <a:gd name="T24" fmla="*/ 61 w 124"/>
                <a:gd name="T25" fmla="*/ 58 h 59"/>
                <a:gd name="T26" fmla="*/ 62 w 124"/>
                <a:gd name="T27" fmla="*/ 59 h 59"/>
                <a:gd name="T28" fmla="*/ 64 w 124"/>
                <a:gd name="T29" fmla="*/ 58 h 59"/>
                <a:gd name="T30" fmla="*/ 124 w 124"/>
                <a:gd name="T31" fmla="*/ 4 h 59"/>
                <a:gd name="T32" fmla="*/ 124 w 124"/>
                <a:gd name="T33" fmla="*/ 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4" h="59">
                  <a:moveTo>
                    <a:pt x="124" y="1"/>
                  </a:moveTo>
                  <a:cubicBezTo>
                    <a:pt x="124" y="0"/>
                    <a:pt x="123" y="0"/>
                    <a:pt x="122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6"/>
                    <a:pt x="119" y="6"/>
                    <a:pt x="119" y="6"/>
                  </a:cubicBezTo>
                  <a:cubicBezTo>
                    <a:pt x="114" y="6"/>
                    <a:pt x="114" y="6"/>
                    <a:pt x="114" y="6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1" y="3"/>
                    <a:pt x="1" y="4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9"/>
                    <a:pt x="62" y="59"/>
                    <a:pt x="62" y="59"/>
                  </a:cubicBezTo>
                  <a:cubicBezTo>
                    <a:pt x="63" y="59"/>
                    <a:pt x="64" y="59"/>
                    <a:pt x="64" y="58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4" y="3"/>
                    <a:pt x="124" y="2"/>
                    <a:pt x="124" y="1"/>
                  </a:cubicBezTo>
                  <a:close/>
                </a:path>
              </a:pathLst>
            </a:custGeom>
            <a:solidFill>
              <a:srgbClr val="FFFFFF"/>
            </a:solidFill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8" name="Oval 98">
              <a:extLst>
                <a:ext uri="{FF2B5EF4-FFF2-40B4-BE49-F238E27FC236}">
                  <a16:creationId xmlns:a16="http://schemas.microsoft.com/office/drawing/2014/main" id="{760AF347-3D79-B947-B0BF-4F154674C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3577" y="3576007"/>
              <a:ext cx="473142" cy="473142"/>
            </a:xfrm>
            <a:prstGeom prst="ellipse">
              <a:avLst/>
            </a:prstGeom>
            <a:solidFill>
              <a:srgbClr val="82B73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9" name="Freeform 99">
              <a:extLst>
                <a:ext uri="{FF2B5EF4-FFF2-40B4-BE49-F238E27FC236}">
                  <a16:creationId xmlns:a16="http://schemas.microsoft.com/office/drawing/2014/main" id="{F1DF3DFB-8F10-E346-9F19-19CCD8B7D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4550" y="3828708"/>
              <a:ext cx="232987" cy="63623"/>
            </a:xfrm>
            <a:custGeom>
              <a:avLst/>
              <a:gdLst>
                <a:gd name="T0" fmla="*/ 0 w 260"/>
                <a:gd name="T1" fmla="*/ 0 h 71"/>
                <a:gd name="T2" fmla="*/ 0 w 260"/>
                <a:gd name="T3" fmla="*/ 71 h 71"/>
                <a:gd name="T4" fmla="*/ 260 w 260"/>
                <a:gd name="T5" fmla="*/ 71 h 71"/>
                <a:gd name="T6" fmla="*/ 260 w 260"/>
                <a:gd name="T7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0" h="71">
                  <a:moveTo>
                    <a:pt x="0" y="0"/>
                  </a:moveTo>
                  <a:lnTo>
                    <a:pt x="0" y="71"/>
                  </a:lnTo>
                  <a:lnTo>
                    <a:pt x="260" y="71"/>
                  </a:lnTo>
                  <a:lnTo>
                    <a:pt x="260" y="0"/>
                  </a:lnTo>
                </a:path>
              </a:pathLst>
            </a:custGeom>
            <a:noFill/>
            <a:ln w="444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0" name="Freeform 100">
              <a:extLst>
                <a:ext uri="{FF2B5EF4-FFF2-40B4-BE49-F238E27FC236}">
                  <a16:creationId xmlns:a16="http://schemas.microsoft.com/office/drawing/2014/main" id="{B6AE15CF-609F-C94F-9228-C02E29214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836" y="3699670"/>
              <a:ext cx="135311" cy="158610"/>
            </a:xfrm>
            <a:custGeom>
              <a:avLst/>
              <a:gdLst>
                <a:gd name="T0" fmla="*/ 49 w 64"/>
                <a:gd name="T1" fmla="*/ 39 h 75"/>
                <a:gd name="T2" fmla="*/ 49 w 64"/>
                <a:gd name="T3" fmla="*/ 1 h 75"/>
                <a:gd name="T4" fmla="*/ 48 w 64"/>
                <a:gd name="T5" fmla="*/ 0 h 75"/>
                <a:gd name="T6" fmla="*/ 16 w 64"/>
                <a:gd name="T7" fmla="*/ 0 h 75"/>
                <a:gd name="T8" fmla="*/ 14 w 64"/>
                <a:gd name="T9" fmla="*/ 1 h 75"/>
                <a:gd name="T10" fmla="*/ 14 w 64"/>
                <a:gd name="T11" fmla="*/ 39 h 75"/>
                <a:gd name="T12" fmla="*/ 12 w 64"/>
                <a:gd name="T13" fmla="*/ 41 h 75"/>
                <a:gd name="T14" fmla="*/ 2 w 64"/>
                <a:gd name="T15" fmla="*/ 39 h 75"/>
                <a:gd name="T16" fmla="*/ 1 w 64"/>
                <a:gd name="T17" fmla="*/ 42 h 75"/>
                <a:gd name="T18" fmla="*/ 31 w 64"/>
                <a:gd name="T19" fmla="*/ 75 h 75"/>
                <a:gd name="T20" fmla="*/ 33 w 64"/>
                <a:gd name="T21" fmla="*/ 75 h 75"/>
                <a:gd name="T22" fmla="*/ 63 w 64"/>
                <a:gd name="T23" fmla="*/ 42 h 75"/>
                <a:gd name="T24" fmla="*/ 61 w 64"/>
                <a:gd name="T25" fmla="*/ 39 h 75"/>
                <a:gd name="T26" fmla="*/ 51 w 64"/>
                <a:gd name="T27" fmla="*/ 41 h 75"/>
                <a:gd name="T28" fmla="*/ 49 w 64"/>
                <a:gd name="T29" fmla="*/ 39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" h="75">
                  <a:moveTo>
                    <a:pt x="49" y="39"/>
                  </a:moveTo>
                  <a:cubicBezTo>
                    <a:pt x="49" y="1"/>
                    <a:pt x="49" y="1"/>
                    <a:pt x="49" y="1"/>
                  </a:cubicBezTo>
                  <a:cubicBezTo>
                    <a:pt x="49" y="0"/>
                    <a:pt x="49" y="0"/>
                    <a:pt x="4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4" y="0"/>
                    <a:pt x="14" y="1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40"/>
                    <a:pt x="13" y="41"/>
                    <a:pt x="12" y="4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1" y="42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5"/>
                    <a:pt x="32" y="75"/>
                    <a:pt x="33" y="75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4" y="41"/>
                    <a:pt x="63" y="39"/>
                    <a:pt x="61" y="39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0" y="41"/>
                    <a:pt x="49" y="40"/>
                    <a:pt x="49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1" name="Oval 101">
              <a:extLst>
                <a:ext uri="{FF2B5EF4-FFF2-40B4-BE49-F238E27FC236}">
                  <a16:creationId xmlns:a16="http://schemas.microsoft.com/office/drawing/2014/main" id="{584355B9-804A-EE46-8E8E-F937D0725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4721" y="2364477"/>
              <a:ext cx="703440" cy="703441"/>
            </a:xfrm>
            <a:prstGeom prst="ellipse">
              <a:avLst/>
            </a:prstGeom>
            <a:solidFill>
              <a:srgbClr val="E237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2" name="Freeform 102">
              <a:extLst>
                <a:ext uri="{FF2B5EF4-FFF2-40B4-BE49-F238E27FC236}">
                  <a16:creationId xmlns:a16="http://schemas.microsoft.com/office/drawing/2014/main" id="{B9A206E8-BAEF-EF46-B228-45D7BDFD3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6669" y="2489035"/>
              <a:ext cx="222233" cy="120974"/>
            </a:xfrm>
            <a:custGeom>
              <a:avLst/>
              <a:gdLst>
                <a:gd name="T0" fmla="*/ 18 w 105"/>
                <a:gd name="T1" fmla="*/ 57 h 57"/>
                <a:gd name="T2" fmla="*/ 18 w 105"/>
                <a:gd name="T3" fmla="*/ 53 h 57"/>
                <a:gd name="T4" fmla="*/ 52 w 105"/>
                <a:gd name="T5" fmla="*/ 19 h 57"/>
                <a:gd name="T6" fmla="*/ 86 w 105"/>
                <a:gd name="T7" fmla="*/ 53 h 57"/>
                <a:gd name="T8" fmla="*/ 86 w 105"/>
                <a:gd name="T9" fmla="*/ 57 h 57"/>
                <a:gd name="T10" fmla="*/ 105 w 105"/>
                <a:gd name="T11" fmla="*/ 57 h 57"/>
                <a:gd name="T12" fmla="*/ 105 w 105"/>
                <a:gd name="T13" fmla="*/ 53 h 57"/>
                <a:gd name="T14" fmla="*/ 52 w 105"/>
                <a:gd name="T15" fmla="*/ 0 h 57"/>
                <a:gd name="T16" fmla="*/ 0 w 105"/>
                <a:gd name="T17" fmla="*/ 53 h 57"/>
                <a:gd name="T18" fmla="*/ 0 w 105"/>
                <a:gd name="T19" fmla="*/ 57 h 57"/>
                <a:gd name="T20" fmla="*/ 18 w 105"/>
                <a:gd name="T2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5" h="57">
                  <a:moveTo>
                    <a:pt x="18" y="57"/>
                  </a:moveTo>
                  <a:cubicBezTo>
                    <a:pt x="18" y="53"/>
                    <a:pt x="18" y="53"/>
                    <a:pt x="18" y="53"/>
                  </a:cubicBezTo>
                  <a:cubicBezTo>
                    <a:pt x="18" y="34"/>
                    <a:pt x="33" y="19"/>
                    <a:pt x="52" y="19"/>
                  </a:cubicBezTo>
                  <a:cubicBezTo>
                    <a:pt x="71" y="19"/>
                    <a:pt x="86" y="34"/>
                    <a:pt x="86" y="53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105" y="57"/>
                    <a:pt x="105" y="57"/>
                    <a:pt x="105" y="57"/>
                  </a:cubicBezTo>
                  <a:cubicBezTo>
                    <a:pt x="105" y="53"/>
                    <a:pt x="105" y="53"/>
                    <a:pt x="105" y="53"/>
                  </a:cubicBezTo>
                  <a:cubicBezTo>
                    <a:pt x="105" y="24"/>
                    <a:pt x="81" y="0"/>
                    <a:pt x="52" y="0"/>
                  </a:cubicBezTo>
                  <a:cubicBezTo>
                    <a:pt x="23" y="0"/>
                    <a:pt x="0" y="24"/>
                    <a:pt x="0" y="53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8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3" name="Freeform 103">
              <a:extLst>
                <a:ext uri="{FF2B5EF4-FFF2-40B4-BE49-F238E27FC236}">
                  <a16:creationId xmlns:a16="http://schemas.microsoft.com/office/drawing/2014/main" id="{BF5B1A2B-4CCE-3F43-8A44-70817B5566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86773" y="2637788"/>
              <a:ext cx="362025" cy="251805"/>
            </a:xfrm>
            <a:custGeom>
              <a:avLst/>
              <a:gdLst>
                <a:gd name="T0" fmla="*/ 161 w 171"/>
                <a:gd name="T1" fmla="*/ 0 h 119"/>
                <a:gd name="T2" fmla="*/ 10 w 171"/>
                <a:gd name="T3" fmla="*/ 0 h 119"/>
                <a:gd name="T4" fmla="*/ 0 w 171"/>
                <a:gd name="T5" fmla="*/ 10 h 119"/>
                <a:gd name="T6" fmla="*/ 0 w 171"/>
                <a:gd name="T7" fmla="*/ 109 h 119"/>
                <a:gd name="T8" fmla="*/ 10 w 171"/>
                <a:gd name="T9" fmla="*/ 119 h 119"/>
                <a:gd name="T10" fmla="*/ 161 w 171"/>
                <a:gd name="T11" fmla="*/ 119 h 119"/>
                <a:gd name="T12" fmla="*/ 171 w 171"/>
                <a:gd name="T13" fmla="*/ 109 h 119"/>
                <a:gd name="T14" fmla="*/ 171 w 171"/>
                <a:gd name="T15" fmla="*/ 10 h 119"/>
                <a:gd name="T16" fmla="*/ 161 w 171"/>
                <a:gd name="T17" fmla="*/ 0 h 119"/>
                <a:gd name="T18" fmla="*/ 96 w 171"/>
                <a:gd name="T19" fmla="*/ 54 h 119"/>
                <a:gd name="T20" fmla="*/ 96 w 171"/>
                <a:gd name="T21" fmla="*/ 89 h 119"/>
                <a:gd name="T22" fmla="*/ 85 w 171"/>
                <a:gd name="T23" fmla="*/ 101 h 119"/>
                <a:gd name="T24" fmla="*/ 74 w 171"/>
                <a:gd name="T25" fmla="*/ 89 h 119"/>
                <a:gd name="T26" fmla="*/ 74 w 171"/>
                <a:gd name="T27" fmla="*/ 54 h 119"/>
                <a:gd name="T28" fmla="*/ 66 w 171"/>
                <a:gd name="T29" fmla="*/ 38 h 119"/>
                <a:gd name="T30" fmla="*/ 85 w 171"/>
                <a:gd name="T31" fmla="*/ 18 h 119"/>
                <a:gd name="T32" fmla="*/ 105 w 171"/>
                <a:gd name="T33" fmla="*/ 38 h 119"/>
                <a:gd name="T34" fmla="*/ 96 w 171"/>
                <a:gd name="T35" fmla="*/ 5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1" h="119">
                  <a:moveTo>
                    <a:pt x="161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4"/>
                    <a:pt x="4" y="119"/>
                    <a:pt x="10" y="119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6" y="119"/>
                    <a:pt x="171" y="114"/>
                    <a:pt x="171" y="109"/>
                  </a:cubicBezTo>
                  <a:cubicBezTo>
                    <a:pt x="171" y="10"/>
                    <a:pt x="171" y="10"/>
                    <a:pt x="171" y="10"/>
                  </a:cubicBezTo>
                  <a:cubicBezTo>
                    <a:pt x="171" y="5"/>
                    <a:pt x="166" y="0"/>
                    <a:pt x="161" y="0"/>
                  </a:cubicBezTo>
                  <a:close/>
                  <a:moveTo>
                    <a:pt x="96" y="54"/>
                  </a:moveTo>
                  <a:cubicBezTo>
                    <a:pt x="96" y="89"/>
                    <a:pt x="96" y="89"/>
                    <a:pt x="96" y="89"/>
                  </a:cubicBezTo>
                  <a:cubicBezTo>
                    <a:pt x="96" y="96"/>
                    <a:pt x="91" y="101"/>
                    <a:pt x="85" y="101"/>
                  </a:cubicBezTo>
                  <a:cubicBezTo>
                    <a:pt x="79" y="101"/>
                    <a:pt x="74" y="96"/>
                    <a:pt x="74" y="89"/>
                  </a:cubicBezTo>
                  <a:cubicBezTo>
                    <a:pt x="74" y="54"/>
                    <a:pt x="74" y="54"/>
                    <a:pt x="74" y="54"/>
                  </a:cubicBezTo>
                  <a:cubicBezTo>
                    <a:pt x="69" y="51"/>
                    <a:pt x="66" y="45"/>
                    <a:pt x="66" y="38"/>
                  </a:cubicBezTo>
                  <a:cubicBezTo>
                    <a:pt x="66" y="27"/>
                    <a:pt x="74" y="18"/>
                    <a:pt x="85" y="18"/>
                  </a:cubicBezTo>
                  <a:cubicBezTo>
                    <a:pt x="96" y="18"/>
                    <a:pt x="105" y="27"/>
                    <a:pt x="105" y="38"/>
                  </a:cubicBezTo>
                  <a:cubicBezTo>
                    <a:pt x="105" y="45"/>
                    <a:pt x="102" y="51"/>
                    <a:pt x="96" y="54"/>
                  </a:cubicBezTo>
                  <a:close/>
                </a:path>
              </a:pathLst>
            </a:custGeom>
            <a:solidFill>
              <a:srgbClr val="FFFFFF"/>
            </a:solidFill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4" name="Freeform 104">
              <a:extLst>
                <a:ext uri="{FF2B5EF4-FFF2-40B4-BE49-F238E27FC236}">
                  <a16:creationId xmlns:a16="http://schemas.microsoft.com/office/drawing/2014/main" id="{881A2305-07F0-194A-B424-81503AF96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8211" y="1961231"/>
              <a:ext cx="534077" cy="534077"/>
            </a:xfrm>
            <a:custGeom>
              <a:avLst/>
              <a:gdLst>
                <a:gd name="T0" fmla="*/ 236 w 252"/>
                <a:gd name="T1" fmla="*/ 97 h 252"/>
                <a:gd name="T2" fmla="*/ 156 w 252"/>
                <a:gd name="T3" fmla="*/ 236 h 252"/>
                <a:gd name="T4" fmla="*/ 16 w 252"/>
                <a:gd name="T5" fmla="*/ 156 h 252"/>
                <a:gd name="T6" fmla="*/ 97 w 252"/>
                <a:gd name="T7" fmla="*/ 16 h 252"/>
                <a:gd name="T8" fmla="*/ 236 w 252"/>
                <a:gd name="T9" fmla="*/ 97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252">
                  <a:moveTo>
                    <a:pt x="236" y="97"/>
                  </a:moveTo>
                  <a:cubicBezTo>
                    <a:pt x="252" y="157"/>
                    <a:pt x="216" y="220"/>
                    <a:pt x="156" y="236"/>
                  </a:cubicBezTo>
                  <a:cubicBezTo>
                    <a:pt x="95" y="252"/>
                    <a:pt x="33" y="216"/>
                    <a:pt x="16" y="156"/>
                  </a:cubicBezTo>
                  <a:cubicBezTo>
                    <a:pt x="0" y="95"/>
                    <a:pt x="36" y="33"/>
                    <a:pt x="97" y="16"/>
                  </a:cubicBezTo>
                  <a:cubicBezTo>
                    <a:pt x="157" y="0"/>
                    <a:pt x="220" y="36"/>
                    <a:pt x="236" y="97"/>
                  </a:cubicBezTo>
                  <a:close/>
                </a:path>
              </a:pathLst>
            </a:custGeom>
            <a:solidFill>
              <a:srgbClr val="00A39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5" name="Freeform 105">
              <a:extLst>
                <a:ext uri="{FF2B5EF4-FFF2-40B4-BE49-F238E27FC236}">
                  <a16:creationId xmlns:a16="http://schemas.microsoft.com/office/drawing/2014/main" id="{257BD1B0-E778-7141-A2D5-8B46AF5F00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7250" y="2071451"/>
              <a:ext cx="277792" cy="265246"/>
            </a:xfrm>
            <a:custGeom>
              <a:avLst/>
              <a:gdLst>
                <a:gd name="T0" fmla="*/ 121 w 131"/>
                <a:gd name="T1" fmla="*/ 46 h 125"/>
                <a:gd name="T2" fmla="*/ 99 w 131"/>
                <a:gd name="T3" fmla="*/ 46 h 125"/>
                <a:gd name="T4" fmla="*/ 97 w 131"/>
                <a:gd name="T5" fmla="*/ 10 h 125"/>
                <a:gd name="T6" fmla="*/ 86 w 131"/>
                <a:gd name="T7" fmla="*/ 0 h 125"/>
                <a:gd name="T8" fmla="*/ 74 w 131"/>
                <a:gd name="T9" fmla="*/ 17 h 125"/>
                <a:gd name="T10" fmla="*/ 63 w 131"/>
                <a:gd name="T11" fmla="*/ 49 h 125"/>
                <a:gd name="T12" fmla="*/ 42 w 131"/>
                <a:gd name="T13" fmla="*/ 56 h 125"/>
                <a:gd name="T14" fmla="*/ 41 w 131"/>
                <a:gd name="T15" fmla="*/ 49 h 125"/>
                <a:gd name="T16" fmla="*/ 0 w 131"/>
                <a:gd name="T17" fmla="*/ 51 h 125"/>
                <a:gd name="T18" fmla="*/ 2 w 131"/>
                <a:gd name="T19" fmla="*/ 122 h 125"/>
                <a:gd name="T20" fmla="*/ 42 w 131"/>
                <a:gd name="T21" fmla="*/ 121 h 125"/>
                <a:gd name="T22" fmla="*/ 58 w 131"/>
                <a:gd name="T23" fmla="*/ 116 h 125"/>
                <a:gd name="T24" fmla="*/ 59 w 131"/>
                <a:gd name="T25" fmla="*/ 116 h 125"/>
                <a:gd name="T26" fmla="*/ 65 w 131"/>
                <a:gd name="T27" fmla="*/ 117 h 125"/>
                <a:gd name="T28" fmla="*/ 118 w 131"/>
                <a:gd name="T29" fmla="*/ 125 h 125"/>
                <a:gd name="T30" fmla="*/ 130 w 131"/>
                <a:gd name="T31" fmla="*/ 110 h 125"/>
                <a:gd name="T32" fmla="*/ 130 w 131"/>
                <a:gd name="T33" fmla="*/ 53 h 125"/>
                <a:gd name="T34" fmla="*/ 81 w 131"/>
                <a:gd name="T35" fmla="*/ 116 h 125"/>
                <a:gd name="T36" fmla="*/ 42 w 131"/>
                <a:gd name="T37" fmla="*/ 109 h 125"/>
                <a:gd name="T38" fmla="*/ 56 w 131"/>
                <a:gd name="T39" fmla="*/ 65 h 125"/>
                <a:gd name="T40" fmla="*/ 75 w 131"/>
                <a:gd name="T41" fmla="*/ 36 h 125"/>
                <a:gd name="T42" fmla="*/ 82 w 131"/>
                <a:gd name="T43" fmla="*/ 14 h 125"/>
                <a:gd name="T44" fmla="*/ 88 w 131"/>
                <a:gd name="T45" fmla="*/ 7 h 125"/>
                <a:gd name="T46" fmla="*/ 89 w 131"/>
                <a:gd name="T47" fmla="*/ 9 h 125"/>
                <a:gd name="T48" fmla="*/ 90 w 131"/>
                <a:gd name="T49" fmla="*/ 52 h 125"/>
                <a:gd name="T50" fmla="*/ 121 w 131"/>
                <a:gd name="T51" fmla="*/ 53 h 125"/>
                <a:gd name="T52" fmla="*/ 121 w 131"/>
                <a:gd name="T53" fmla="*/ 53 h 125"/>
                <a:gd name="T54" fmla="*/ 123 w 131"/>
                <a:gd name="T55" fmla="*/ 54 h 125"/>
                <a:gd name="T56" fmla="*/ 116 w 131"/>
                <a:gd name="T57" fmla="*/ 69 h 125"/>
                <a:gd name="T58" fmla="*/ 123 w 131"/>
                <a:gd name="T59" fmla="*/ 83 h 125"/>
                <a:gd name="T60" fmla="*/ 123 w 131"/>
                <a:gd name="T61" fmla="*/ 92 h 125"/>
                <a:gd name="T62" fmla="*/ 116 w 131"/>
                <a:gd name="T63" fmla="*/ 105 h 125"/>
                <a:gd name="T64" fmla="*/ 121 w 131"/>
                <a:gd name="T65" fmla="*/ 11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1" h="125">
                  <a:moveTo>
                    <a:pt x="130" y="53"/>
                  </a:moveTo>
                  <a:cubicBezTo>
                    <a:pt x="130" y="49"/>
                    <a:pt x="126" y="46"/>
                    <a:pt x="121" y="46"/>
                  </a:cubicBezTo>
                  <a:cubicBezTo>
                    <a:pt x="121" y="46"/>
                    <a:pt x="121" y="46"/>
                    <a:pt x="120" y="46"/>
                  </a:cubicBezTo>
                  <a:cubicBezTo>
                    <a:pt x="99" y="46"/>
                    <a:pt x="99" y="46"/>
                    <a:pt x="99" y="46"/>
                  </a:cubicBezTo>
                  <a:cubicBezTo>
                    <a:pt x="98" y="46"/>
                    <a:pt x="97" y="46"/>
                    <a:pt x="97" y="45"/>
                  </a:cubicBezTo>
                  <a:cubicBezTo>
                    <a:pt x="97" y="10"/>
                    <a:pt x="97" y="10"/>
                    <a:pt x="97" y="10"/>
                  </a:cubicBezTo>
                  <a:cubicBezTo>
                    <a:pt x="97" y="9"/>
                    <a:pt x="97" y="5"/>
                    <a:pt x="95" y="3"/>
                  </a:cubicBezTo>
                  <a:cubicBezTo>
                    <a:pt x="93" y="1"/>
                    <a:pt x="91" y="0"/>
                    <a:pt x="86" y="0"/>
                  </a:cubicBezTo>
                  <a:cubicBezTo>
                    <a:pt x="79" y="1"/>
                    <a:pt x="77" y="7"/>
                    <a:pt x="76" y="12"/>
                  </a:cubicBezTo>
                  <a:cubicBezTo>
                    <a:pt x="75" y="13"/>
                    <a:pt x="75" y="15"/>
                    <a:pt x="74" y="17"/>
                  </a:cubicBezTo>
                  <a:cubicBezTo>
                    <a:pt x="72" y="21"/>
                    <a:pt x="70" y="28"/>
                    <a:pt x="68" y="34"/>
                  </a:cubicBezTo>
                  <a:cubicBezTo>
                    <a:pt x="66" y="40"/>
                    <a:pt x="65" y="46"/>
                    <a:pt x="63" y="49"/>
                  </a:cubicBezTo>
                  <a:cubicBezTo>
                    <a:pt x="61" y="53"/>
                    <a:pt x="56" y="56"/>
                    <a:pt x="55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1"/>
                    <a:pt x="42" y="51"/>
                    <a:pt x="42" y="51"/>
                  </a:cubicBezTo>
                  <a:cubicBezTo>
                    <a:pt x="42" y="50"/>
                    <a:pt x="42" y="49"/>
                    <a:pt x="41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1" y="49"/>
                    <a:pt x="0" y="50"/>
                    <a:pt x="0" y="51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21"/>
                    <a:pt x="1" y="122"/>
                    <a:pt x="2" y="122"/>
                  </a:cubicBezTo>
                  <a:cubicBezTo>
                    <a:pt x="41" y="122"/>
                    <a:pt x="41" y="122"/>
                    <a:pt x="41" y="122"/>
                  </a:cubicBezTo>
                  <a:cubicBezTo>
                    <a:pt x="42" y="122"/>
                    <a:pt x="42" y="121"/>
                    <a:pt x="42" y="121"/>
                  </a:cubicBezTo>
                  <a:cubicBezTo>
                    <a:pt x="42" y="116"/>
                    <a:pt x="42" y="116"/>
                    <a:pt x="42" y="116"/>
                  </a:cubicBezTo>
                  <a:cubicBezTo>
                    <a:pt x="58" y="116"/>
                    <a:pt x="58" y="116"/>
                    <a:pt x="58" y="116"/>
                  </a:cubicBezTo>
                  <a:cubicBezTo>
                    <a:pt x="59" y="116"/>
                    <a:pt x="59" y="116"/>
                    <a:pt x="59" y="116"/>
                  </a:cubicBezTo>
                  <a:cubicBezTo>
                    <a:pt x="59" y="116"/>
                    <a:pt x="59" y="116"/>
                    <a:pt x="59" y="116"/>
                  </a:cubicBezTo>
                  <a:cubicBezTo>
                    <a:pt x="59" y="116"/>
                    <a:pt x="59" y="116"/>
                    <a:pt x="59" y="116"/>
                  </a:cubicBezTo>
                  <a:cubicBezTo>
                    <a:pt x="60" y="116"/>
                    <a:pt x="62" y="116"/>
                    <a:pt x="65" y="117"/>
                  </a:cubicBezTo>
                  <a:cubicBezTo>
                    <a:pt x="68" y="118"/>
                    <a:pt x="75" y="123"/>
                    <a:pt x="77" y="124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4"/>
                    <a:pt x="122" y="123"/>
                    <a:pt x="126" y="120"/>
                  </a:cubicBezTo>
                  <a:cubicBezTo>
                    <a:pt x="130" y="116"/>
                    <a:pt x="130" y="111"/>
                    <a:pt x="130" y="110"/>
                  </a:cubicBezTo>
                  <a:cubicBezTo>
                    <a:pt x="130" y="110"/>
                    <a:pt x="130" y="110"/>
                    <a:pt x="130" y="110"/>
                  </a:cubicBezTo>
                  <a:cubicBezTo>
                    <a:pt x="130" y="108"/>
                    <a:pt x="131" y="58"/>
                    <a:pt x="130" y="53"/>
                  </a:cubicBezTo>
                  <a:close/>
                  <a:moveTo>
                    <a:pt x="116" y="116"/>
                  </a:moveTo>
                  <a:cubicBezTo>
                    <a:pt x="81" y="116"/>
                    <a:pt x="81" y="116"/>
                    <a:pt x="81" y="116"/>
                  </a:cubicBezTo>
                  <a:cubicBezTo>
                    <a:pt x="78" y="116"/>
                    <a:pt x="71" y="111"/>
                    <a:pt x="67" y="110"/>
                  </a:cubicBezTo>
                  <a:cubicBezTo>
                    <a:pt x="62" y="109"/>
                    <a:pt x="42" y="109"/>
                    <a:pt x="42" y="109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56" y="65"/>
                    <a:pt x="56" y="65"/>
                    <a:pt x="56" y="65"/>
                  </a:cubicBezTo>
                  <a:cubicBezTo>
                    <a:pt x="56" y="65"/>
                    <a:pt x="66" y="60"/>
                    <a:pt x="70" y="52"/>
                  </a:cubicBezTo>
                  <a:cubicBezTo>
                    <a:pt x="71" y="49"/>
                    <a:pt x="73" y="43"/>
                    <a:pt x="75" y="36"/>
                  </a:cubicBezTo>
                  <a:cubicBezTo>
                    <a:pt x="77" y="30"/>
                    <a:pt x="79" y="23"/>
                    <a:pt x="80" y="20"/>
                  </a:cubicBezTo>
                  <a:cubicBezTo>
                    <a:pt x="81" y="18"/>
                    <a:pt x="82" y="16"/>
                    <a:pt x="82" y="14"/>
                  </a:cubicBezTo>
                  <a:cubicBezTo>
                    <a:pt x="84" y="9"/>
                    <a:pt x="85" y="7"/>
                    <a:pt x="87" y="7"/>
                  </a:cubicBezTo>
                  <a:cubicBezTo>
                    <a:pt x="87" y="7"/>
                    <a:pt x="87" y="7"/>
                    <a:pt x="88" y="7"/>
                  </a:cubicBezTo>
                  <a:cubicBezTo>
                    <a:pt x="88" y="7"/>
                    <a:pt x="89" y="7"/>
                    <a:pt x="89" y="7"/>
                  </a:cubicBezTo>
                  <a:cubicBezTo>
                    <a:pt x="89" y="8"/>
                    <a:pt x="89" y="9"/>
                    <a:pt x="89" y="9"/>
                  </a:cubicBezTo>
                  <a:cubicBezTo>
                    <a:pt x="89" y="51"/>
                    <a:pt x="89" y="51"/>
                    <a:pt x="89" y="51"/>
                  </a:cubicBezTo>
                  <a:cubicBezTo>
                    <a:pt x="89" y="51"/>
                    <a:pt x="90" y="52"/>
                    <a:pt x="90" y="52"/>
                  </a:cubicBezTo>
                  <a:cubicBezTo>
                    <a:pt x="90" y="52"/>
                    <a:pt x="91" y="53"/>
                    <a:pt x="91" y="53"/>
                  </a:cubicBezTo>
                  <a:cubicBezTo>
                    <a:pt x="121" y="53"/>
                    <a:pt x="121" y="53"/>
                    <a:pt x="121" y="53"/>
                  </a:cubicBezTo>
                  <a:cubicBezTo>
                    <a:pt x="121" y="53"/>
                    <a:pt x="121" y="53"/>
                    <a:pt x="121" y="53"/>
                  </a:cubicBezTo>
                  <a:cubicBezTo>
                    <a:pt x="121" y="53"/>
                    <a:pt x="121" y="53"/>
                    <a:pt x="121" y="53"/>
                  </a:cubicBezTo>
                  <a:cubicBezTo>
                    <a:pt x="122" y="53"/>
                    <a:pt x="123" y="53"/>
                    <a:pt x="123" y="53"/>
                  </a:cubicBezTo>
                  <a:cubicBezTo>
                    <a:pt x="123" y="53"/>
                    <a:pt x="123" y="53"/>
                    <a:pt x="123" y="54"/>
                  </a:cubicBezTo>
                  <a:cubicBezTo>
                    <a:pt x="123" y="55"/>
                    <a:pt x="123" y="59"/>
                    <a:pt x="123" y="65"/>
                  </a:cubicBezTo>
                  <a:cubicBezTo>
                    <a:pt x="116" y="69"/>
                    <a:pt x="116" y="69"/>
                    <a:pt x="116" y="69"/>
                  </a:cubicBezTo>
                  <a:cubicBezTo>
                    <a:pt x="123" y="74"/>
                    <a:pt x="123" y="74"/>
                    <a:pt x="123" y="74"/>
                  </a:cubicBezTo>
                  <a:cubicBezTo>
                    <a:pt x="123" y="77"/>
                    <a:pt x="123" y="80"/>
                    <a:pt x="123" y="83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23" y="92"/>
                    <a:pt x="123" y="92"/>
                    <a:pt x="123" y="92"/>
                  </a:cubicBezTo>
                  <a:cubicBezTo>
                    <a:pt x="123" y="95"/>
                    <a:pt x="123" y="98"/>
                    <a:pt x="123" y="101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23" y="110"/>
                    <a:pt x="123" y="110"/>
                    <a:pt x="123" y="110"/>
                  </a:cubicBezTo>
                  <a:cubicBezTo>
                    <a:pt x="123" y="110"/>
                    <a:pt x="122" y="112"/>
                    <a:pt x="121" y="114"/>
                  </a:cubicBezTo>
                  <a:cubicBezTo>
                    <a:pt x="119" y="115"/>
                    <a:pt x="117" y="116"/>
                    <a:pt x="116" y="1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6" name="Oval 106">
              <a:extLst>
                <a:ext uri="{FF2B5EF4-FFF2-40B4-BE49-F238E27FC236}">
                  <a16:creationId xmlns:a16="http://schemas.microsoft.com/office/drawing/2014/main" id="{4C681C23-4970-504F-A65D-86709F8E5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7588" y="2800879"/>
              <a:ext cx="639817" cy="639817"/>
            </a:xfrm>
            <a:prstGeom prst="ellipse">
              <a:avLst/>
            </a:prstGeom>
            <a:solidFill>
              <a:srgbClr val="82B73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7" name="Line 107">
              <a:extLst>
                <a:ext uri="{FF2B5EF4-FFF2-40B4-BE49-F238E27FC236}">
                  <a16:creationId xmlns:a16="http://schemas.microsoft.com/office/drawing/2014/main" id="{4402F5FD-88ED-774D-B62B-A6DE3778A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67497" y="3101969"/>
              <a:ext cx="0" cy="0"/>
            </a:xfrm>
            <a:prstGeom prst="line">
              <a:avLst/>
            </a:prstGeom>
            <a:noFill/>
            <a:ln w="19050" cap="flat">
              <a:solidFill>
                <a:srgbClr val="90A4A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8" name="Freeform 108">
              <a:extLst>
                <a:ext uri="{FF2B5EF4-FFF2-40B4-BE49-F238E27FC236}">
                  <a16:creationId xmlns:a16="http://schemas.microsoft.com/office/drawing/2014/main" id="{7020512A-704C-6C4B-8ACD-388B3C2BA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4082" y="2936190"/>
              <a:ext cx="406830" cy="369194"/>
            </a:xfrm>
            <a:custGeom>
              <a:avLst/>
              <a:gdLst>
                <a:gd name="T0" fmla="*/ 187 w 192"/>
                <a:gd name="T1" fmla="*/ 79 h 174"/>
                <a:gd name="T2" fmla="*/ 189 w 192"/>
                <a:gd name="T3" fmla="*/ 74 h 174"/>
                <a:gd name="T4" fmla="*/ 163 w 192"/>
                <a:gd name="T5" fmla="*/ 52 h 174"/>
                <a:gd name="T6" fmla="*/ 158 w 192"/>
                <a:gd name="T7" fmla="*/ 39 h 174"/>
                <a:gd name="T8" fmla="*/ 158 w 192"/>
                <a:gd name="T9" fmla="*/ 20 h 174"/>
                <a:gd name="T10" fmla="*/ 148 w 192"/>
                <a:gd name="T11" fmla="*/ 13 h 174"/>
                <a:gd name="T12" fmla="*/ 140 w 192"/>
                <a:gd name="T13" fmla="*/ 13 h 174"/>
                <a:gd name="T14" fmla="*/ 132 w 192"/>
                <a:gd name="T15" fmla="*/ 20 h 174"/>
                <a:gd name="T16" fmla="*/ 126 w 192"/>
                <a:gd name="T17" fmla="*/ 22 h 174"/>
                <a:gd name="T18" fmla="*/ 102 w 192"/>
                <a:gd name="T19" fmla="*/ 2 h 174"/>
                <a:gd name="T20" fmla="*/ 90 w 192"/>
                <a:gd name="T21" fmla="*/ 2 h 174"/>
                <a:gd name="T22" fmla="*/ 4 w 192"/>
                <a:gd name="T23" fmla="*/ 74 h 174"/>
                <a:gd name="T24" fmla="*/ 6 w 192"/>
                <a:gd name="T25" fmla="*/ 79 h 174"/>
                <a:gd name="T26" fmla="*/ 21 w 192"/>
                <a:gd name="T27" fmla="*/ 79 h 174"/>
                <a:gd name="T28" fmla="*/ 33 w 192"/>
                <a:gd name="T29" fmla="*/ 87 h 174"/>
                <a:gd name="T30" fmla="*/ 33 w 192"/>
                <a:gd name="T31" fmla="*/ 162 h 174"/>
                <a:gd name="T32" fmla="*/ 45 w 192"/>
                <a:gd name="T33" fmla="*/ 174 h 174"/>
                <a:gd name="T34" fmla="*/ 148 w 192"/>
                <a:gd name="T35" fmla="*/ 174 h 174"/>
                <a:gd name="T36" fmla="*/ 158 w 192"/>
                <a:gd name="T37" fmla="*/ 162 h 174"/>
                <a:gd name="T38" fmla="*/ 158 w 192"/>
                <a:gd name="T39" fmla="*/ 87 h 174"/>
                <a:gd name="T40" fmla="*/ 163 w 192"/>
                <a:gd name="T41" fmla="*/ 79 h 174"/>
                <a:gd name="T42" fmla="*/ 187 w 192"/>
                <a:gd name="T43" fmla="*/ 79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2" h="174">
                  <a:moveTo>
                    <a:pt x="187" y="79"/>
                  </a:moveTo>
                  <a:cubicBezTo>
                    <a:pt x="191" y="79"/>
                    <a:pt x="192" y="77"/>
                    <a:pt x="189" y="74"/>
                  </a:cubicBezTo>
                  <a:cubicBezTo>
                    <a:pt x="163" y="52"/>
                    <a:pt x="163" y="52"/>
                    <a:pt x="163" y="52"/>
                  </a:cubicBezTo>
                  <a:cubicBezTo>
                    <a:pt x="159" y="49"/>
                    <a:pt x="158" y="43"/>
                    <a:pt x="158" y="39"/>
                  </a:cubicBezTo>
                  <a:cubicBezTo>
                    <a:pt x="158" y="20"/>
                    <a:pt x="158" y="20"/>
                    <a:pt x="158" y="20"/>
                  </a:cubicBezTo>
                  <a:cubicBezTo>
                    <a:pt x="158" y="16"/>
                    <a:pt x="152" y="13"/>
                    <a:pt x="148" y="13"/>
                  </a:cubicBezTo>
                  <a:cubicBezTo>
                    <a:pt x="140" y="13"/>
                    <a:pt x="140" y="13"/>
                    <a:pt x="140" y="13"/>
                  </a:cubicBezTo>
                  <a:cubicBezTo>
                    <a:pt x="135" y="13"/>
                    <a:pt x="132" y="16"/>
                    <a:pt x="132" y="20"/>
                  </a:cubicBezTo>
                  <a:cubicBezTo>
                    <a:pt x="132" y="24"/>
                    <a:pt x="129" y="25"/>
                    <a:pt x="126" y="22"/>
                  </a:cubicBezTo>
                  <a:cubicBezTo>
                    <a:pt x="102" y="2"/>
                    <a:pt x="102" y="2"/>
                    <a:pt x="102" y="2"/>
                  </a:cubicBezTo>
                  <a:cubicBezTo>
                    <a:pt x="99" y="0"/>
                    <a:pt x="94" y="0"/>
                    <a:pt x="90" y="2"/>
                  </a:cubicBezTo>
                  <a:cubicBezTo>
                    <a:pt x="4" y="74"/>
                    <a:pt x="4" y="74"/>
                    <a:pt x="4" y="74"/>
                  </a:cubicBezTo>
                  <a:cubicBezTo>
                    <a:pt x="0" y="77"/>
                    <a:pt x="1" y="79"/>
                    <a:pt x="6" y="79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26" y="79"/>
                    <a:pt x="33" y="83"/>
                    <a:pt x="33" y="87"/>
                  </a:cubicBezTo>
                  <a:cubicBezTo>
                    <a:pt x="33" y="162"/>
                    <a:pt x="33" y="162"/>
                    <a:pt x="33" y="162"/>
                  </a:cubicBezTo>
                  <a:cubicBezTo>
                    <a:pt x="33" y="167"/>
                    <a:pt x="41" y="174"/>
                    <a:pt x="45" y="174"/>
                  </a:cubicBezTo>
                  <a:cubicBezTo>
                    <a:pt x="148" y="174"/>
                    <a:pt x="148" y="174"/>
                    <a:pt x="148" y="174"/>
                  </a:cubicBezTo>
                  <a:cubicBezTo>
                    <a:pt x="152" y="174"/>
                    <a:pt x="158" y="167"/>
                    <a:pt x="158" y="162"/>
                  </a:cubicBezTo>
                  <a:cubicBezTo>
                    <a:pt x="158" y="87"/>
                    <a:pt x="158" y="87"/>
                    <a:pt x="158" y="87"/>
                  </a:cubicBezTo>
                  <a:cubicBezTo>
                    <a:pt x="158" y="83"/>
                    <a:pt x="159" y="79"/>
                    <a:pt x="163" y="79"/>
                  </a:cubicBezTo>
                  <a:lnTo>
                    <a:pt x="187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9" name="Oval 109">
              <a:extLst>
                <a:ext uri="{FF2B5EF4-FFF2-40B4-BE49-F238E27FC236}">
                  <a16:creationId xmlns:a16="http://schemas.microsoft.com/office/drawing/2014/main" id="{F43CB170-24A2-5D45-AAD3-3AB86C3B4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709" y="3705942"/>
              <a:ext cx="440882" cy="440882"/>
            </a:xfrm>
            <a:prstGeom prst="ellipse">
              <a:avLst/>
            </a:prstGeom>
            <a:solidFill>
              <a:srgbClr val="F39C1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0" name="Freeform 110">
              <a:extLst>
                <a:ext uri="{FF2B5EF4-FFF2-40B4-BE49-F238E27FC236}">
                  <a16:creationId xmlns:a16="http://schemas.microsoft.com/office/drawing/2014/main" id="{36611EE6-68D7-3E46-975C-BD57FE404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7384" y="3809890"/>
              <a:ext cx="245532" cy="232987"/>
            </a:xfrm>
            <a:custGeom>
              <a:avLst/>
              <a:gdLst>
                <a:gd name="T0" fmla="*/ 56 w 116"/>
                <a:gd name="T1" fmla="*/ 2 h 110"/>
                <a:gd name="T2" fmla="*/ 61 w 116"/>
                <a:gd name="T3" fmla="*/ 2 h 110"/>
                <a:gd name="T4" fmla="*/ 74 w 116"/>
                <a:gd name="T5" fmla="*/ 30 h 110"/>
                <a:gd name="T6" fmla="*/ 82 w 116"/>
                <a:gd name="T7" fmla="*/ 36 h 110"/>
                <a:gd name="T8" fmla="*/ 113 w 116"/>
                <a:gd name="T9" fmla="*/ 40 h 110"/>
                <a:gd name="T10" fmla="*/ 114 w 116"/>
                <a:gd name="T11" fmla="*/ 45 h 110"/>
                <a:gd name="T12" fmla="*/ 92 w 116"/>
                <a:gd name="T13" fmla="*/ 67 h 110"/>
                <a:gd name="T14" fmla="*/ 89 w 116"/>
                <a:gd name="T15" fmla="*/ 75 h 110"/>
                <a:gd name="T16" fmla="*/ 94 w 116"/>
                <a:gd name="T17" fmla="*/ 106 h 110"/>
                <a:gd name="T18" fmla="*/ 91 w 116"/>
                <a:gd name="T19" fmla="*/ 109 h 110"/>
                <a:gd name="T20" fmla="*/ 63 w 116"/>
                <a:gd name="T21" fmla="*/ 94 h 110"/>
                <a:gd name="T22" fmla="*/ 54 w 116"/>
                <a:gd name="T23" fmla="*/ 94 h 110"/>
                <a:gd name="T24" fmla="*/ 26 w 116"/>
                <a:gd name="T25" fmla="*/ 109 h 110"/>
                <a:gd name="T26" fmla="*/ 22 w 116"/>
                <a:gd name="T27" fmla="*/ 106 h 110"/>
                <a:gd name="T28" fmla="*/ 27 w 116"/>
                <a:gd name="T29" fmla="*/ 75 h 110"/>
                <a:gd name="T30" fmla="*/ 24 w 116"/>
                <a:gd name="T31" fmla="*/ 67 h 110"/>
                <a:gd name="T32" fmla="*/ 2 w 116"/>
                <a:gd name="T33" fmla="*/ 45 h 110"/>
                <a:gd name="T34" fmla="*/ 4 w 116"/>
                <a:gd name="T35" fmla="*/ 40 h 110"/>
                <a:gd name="T36" fmla="*/ 34 w 116"/>
                <a:gd name="T37" fmla="*/ 36 h 110"/>
                <a:gd name="T38" fmla="*/ 42 w 116"/>
                <a:gd name="T39" fmla="*/ 30 h 110"/>
                <a:gd name="T40" fmla="*/ 56 w 116"/>
                <a:gd name="T41" fmla="*/ 2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" h="110">
                  <a:moveTo>
                    <a:pt x="56" y="2"/>
                  </a:moveTo>
                  <a:cubicBezTo>
                    <a:pt x="57" y="0"/>
                    <a:pt x="59" y="0"/>
                    <a:pt x="61" y="2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6" y="33"/>
                    <a:pt x="79" y="35"/>
                    <a:pt x="82" y="36"/>
                  </a:cubicBezTo>
                  <a:cubicBezTo>
                    <a:pt x="113" y="40"/>
                    <a:pt x="113" y="40"/>
                    <a:pt x="113" y="40"/>
                  </a:cubicBezTo>
                  <a:cubicBezTo>
                    <a:pt x="116" y="41"/>
                    <a:pt x="116" y="43"/>
                    <a:pt x="114" y="45"/>
                  </a:cubicBezTo>
                  <a:cubicBezTo>
                    <a:pt x="92" y="67"/>
                    <a:pt x="92" y="67"/>
                    <a:pt x="92" y="67"/>
                  </a:cubicBezTo>
                  <a:cubicBezTo>
                    <a:pt x="90" y="69"/>
                    <a:pt x="89" y="73"/>
                    <a:pt x="89" y="75"/>
                  </a:cubicBezTo>
                  <a:cubicBezTo>
                    <a:pt x="94" y="106"/>
                    <a:pt x="94" y="106"/>
                    <a:pt x="94" y="106"/>
                  </a:cubicBezTo>
                  <a:cubicBezTo>
                    <a:pt x="95" y="109"/>
                    <a:pt x="93" y="110"/>
                    <a:pt x="91" y="109"/>
                  </a:cubicBezTo>
                  <a:cubicBezTo>
                    <a:pt x="63" y="94"/>
                    <a:pt x="63" y="94"/>
                    <a:pt x="63" y="94"/>
                  </a:cubicBezTo>
                  <a:cubicBezTo>
                    <a:pt x="60" y="93"/>
                    <a:pt x="56" y="93"/>
                    <a:pt x="54" y="94"/>
                  </a:cubicBezTo>
                  <a:cubicBezTo>
                    <a:pt x="26" y="109"/>
                    <a:pt x="26" y="109"/>
                    <a:pt x="26" y="109"/>
                  </a:cubicBezTo>
                  <a:cubicBezTo>
                    <a:pt x="23" y="110"/>
                    <a:pt x="22" y="109"/>
                    <a:pt x="22" y="106"/>
                  </a:cubicBezTo>
                  <a:cubicBezTo>
                    <a:pt x="27" y="75"/>
                    <a:pt x="27" y="75"/>
                    <a:pt x="27" y="75"/>
                  </a:cubicBezTo>
                  <a:cubicBezTo>
                    <a:pt x="28" y="73"/>
                    <a:pt x="27" y="69"/>
                    <a:pt x="24" y="67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0" y="43"/>
                    <a:pt x="1" y="41"/>
                    <a:pt x="4" y="4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5"/>
                    <a:pt x="41" y="33"/>
                    <a:pt x="42" y="30"/>
                  </a:cubicBezTo>
                  <a:lnTo>
                    <a:pt x="56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1" name="Freeform 111">
              <a:extLst>
                <a:ext uri="{FF2B5EF4-FFF2-40B4-BE49-F238E27FC236}">
                  <a16:creationId xmlns:a16="http://schemas.microsoft.com/office/drawing/2014/main" id="{6B64D4FE-3F71-B949-9BEB-C39ED27E2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4290" y="5534888"/>
              <a:ext cx="525116" cy="525116"/>
            </a:xfrm>
            <a:custGeom>
              <a:avLst/>
              <a:gdLst>
                <a:gd name="T0" fmla="*/ 232 w 248"/>
                <a:gd name="T1" fmla="*/ 95 h 248"/>
                <a:gd name="T2" fmla="*/ 153 w 248"/>
                <a:gd name="T3" fmla="*/ 232 h 248"/>
                <a:gd name="T4" fmla="*/ 16 w 248"/>
                <a:gd name="T5" fmla="*/ 153 h 248"/>
                <a:gd name="T6" fmla="*/ 95 w 248"/>
                <a:gd name="T7" fmla="*/ 16 h 248"/>
                <a:gd name="T8" fmla="*/ 232 w 248"/>
                <a:gd name="T9" fmla="*/ 9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8" h="248">
                  <a:moveTo>
                    <a:pt x="232" y="95"/>
                  </a:moveTo>
                  <a:cubicBezTo>
                    <a:pt x="248" y="155"/>
                    <a:pt x="213" y="216"/>
                    <a:pt x="153" y="232"/>
                  </a:cubicBezTo>
                  <a:cubicBezTo>
                    <a:pt x="93" y="248"/>
                    <a:pt x="32" y="213"/>
                    <a:pt x="16" y="153"/>
                  </a:cubicBezTo>
                  <a:cubicBezTo>
                    <a:pt x="0" y="93"/>
                    <a:pt x="36" y="32"/>
                    <a:pt x="95" y="16"/>
                  </a:cubicBezTo>
                  <a:cubicBezTo>
                    <a:pt x="155" y="0"/>
                    <a:pt x="216" y="36"/>
                    <a:pt x="232" y="95"/>
                  </a:cubicBezTo>
                  <a:close/>
                </a:path>
              </a:pathLst>
            </a:custGeom>
            <a:solidFill>
              <a:srgbClr val="00A39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2" name="Freeform 112">
              <a:extLst>
                <a:ext uri="{FF2B5EF4-FFF2-40B4-BE49-F238E27FC236}">
                  <a16:creationId xmlns:a16="http://schemas.microsoft.com/office/drawing/2014/main" id="{51573562-9B17-7046-B9EC-EBA1925CD1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783" y="5708732"/>
              <a:ext cx="292129" cy="177428"/>
            </a:xfrm>
            <a:custGeom>
              <a:avLst/>
              <a:gdLst>
                <a:gd name="T0" fmla="*/ 131 w 138"/>
                <a:gd name="T1" fmla="*/ 0 h 84"/>
                <a:gd name="T2" fmla="*/ 7 w 138"/>
                <a:gd name="T3" fmla="*/ 0 h 84"/>
                <a:gd name="T4" fmla="*/ 0 w 138"/>
                <a:gd name="T5" fmla="*/ 7 h 84"/>
                <a:gd name="T6" fmla="*/ 0 w 138"/>
                <a:gd name="T7" fmla="*/ 78 h 84"/>
                <a:gd name="T8" fmla="*/ 7 w 138"/>
                <a:gd name="T9" fmla="*/ 84 h 84"/>
                <a:gd name="T10" fmla="*/ 131 w 138"/>
                <a:gd name="T11" fmla="*/ 84 h 84"/>
                <a:gd name="T12" fmla="*/ 138 w 138"/>
                <a:gd name="T13" fmla="*/ 78 h 84"/>
                <a:gd name="T14" fmla="*/ 138 w 138"/>
                <a:gd name="T15" fmla="*/ 7 h 84"/>
                <a:gd name="T16" fmla="*/ 131 w 138"/>
                <a:gd name="T17" fmla="*/ 0 h 84"/>
                <a:gd name="T18" fmla="*/ 55 w 138"/>
                <a:gd name="T19" fmla="*/ 67 h 84"/>
                <a:gd name="T20" fmla="*/ 54 w 138"/>
                <a:gd name="T21" fmla="*/ 17 h 84"/>
                <a:gd name="T22" fmla="*/ 98 w 138"/>
                <a:gd name="T23" fmla="*/ 42 h 84"/>
                <a:gd name="T24" fmla="*/ 55 w 138"/>
                <a:gd name="T25" fmla="*/ 6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84">
                  <a:moveTo>
                    <a:pt x="131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3" y="84"/>
                    <a:pt x="7" y="84"/>
                  </a:cubicBezTo>
                  <a:cubicBezTo>
                    <a:pt x="131" y="84"/>
                    <a:pt x="131" y="84"/>
                    <a:pt x="131" y="84"/>
                  </a:cubicBezTo>
                  <a:cubicBezTo>
                    <a:pt x="135" y="84"/>
                    <a:pt x="138" y="81"/>
                    <a:pt x="138" y="78"/>
                  </a:cubicBezTo>
                  <a:cubicBezTo>
                    <a:pt x="138" y="7"/>
                    <a:pt x="138" y="7"/>
                    <a:pt x="138" y="7"/>
                  </a:cubicBezTo>
                  <a:cubicBezTo>
                    <a:pt x="138" y="3"/>
                    <a:pt x="135" y="0"/>
                    <a:pt x="131" y="0"/>
                  </a:cubicBezTo>
                  <a:close/>
                  <a:moveTo>
                    <a:pt x="55" y="67"/>
                  </a:moveTo>
                  <a:cubicBezTo>
                    <a:pt x="54" y="17"/>
                    <a:pt x="54" y="17"/>
                    <a:pt x="54" y="17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55" y="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3" name="Oval 113">
              <a:extLst>
                <a:ext uri="{FF2B5EF4-FFF2-40B4-BE49-F238E27FC236}">
                  <a16:creationId xmlns:a16="http://schemas.microsoft.com/office/drawing/2014/main" id="{B2739888-EBDE-0B4A-BDBF-33D6B7DD4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6041" y="4199695"/>
              <a:ext cx="118285" cy="11828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4" name="Oval 114">
              <a:extLst>
                <a:ext uri="{FF2B5EF4-FFF2-40B4-BE49-F238E27FC236}">
                  <a16:creationId xmlns:a16="http://schemas.microsoft.com/office/drawing/2014/main" id="{3A2A466B-D906-7243-9008-FDE878033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7680" y="2878840"/>
              <a:ext cx="118285" cy="11918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5" name="Oval 115">
              <a:extLst>
                <a:ext uri="{FF2B5EF4-FFF2-40B4-BE49-F238E27FC236}">
                  <a16:creationId xmlns:a16="http://schemas.microsoft.com/office/drawing/2014/main" id="{AF49B449-FBA5-B445-9EC9-A8EEA424B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7266" y="1709426"/>
              <a:ext cx="93195" cy="9319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6" name="Oval 116">
              <a:extLst>
                <a:ext uri="{FF2B5EF4-FFF2-40B4-BE49-F238E27FC236}">
                  <a16:creationId xmlns:a16="http://schemas.microsoft.com/office/drawing/2014/main" id="{2DB3694D-05C7-964B-B35D-8609D2329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4290" y="4102020"/>
              <a:ext cx="93195" cy="9319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7" name="Oval 117">
              <a:extLst>
                <a:ext uri="{FF2B5EF4-FFF2-40B4-BE49-F238E27FC236}">
                  <a16:creationId xmlns:a16="http://schemas.microsoft.com/office/drawing/2014/main" id="{71B367C0-AB9F-6145-A097-AFAF7FAB7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4601" y="4974824"/>
              <a:ext cx="93195" cy="9319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8" name="Oval 118">
              <a:extLst>
                <a:ext uri="{FF2B5EF4-FFF2-40B4-BE49-F238E27FC236}">
                  <a16:creationId xmlns:a16="http://schemas.microsoft.com/office/drawing/2014/main" id="{9F2E5B77-C441-A447-BF3B-FDD386685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2292" y="6028640"/>
              <a:ext cx="68104" cy="6810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9" name="Oval 119">
              <a:extLst>
                <a:ext uri="{FF2B5EF4-FFF2-40B4-BE49-F238E27FC236}">
                  <a16:creationId xmlns:a16="http://schemas.microsoft.com/office/drawing/2014/main" id="{338A2DA1-F2A1-7246-8245-2C2F54D52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7689" y="2667359"/>
              <a:ext cx="93195" cy="9319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0" name="Oval 120">
              <a:extLst>
                <a:ext uri="{FF2B5EF4-FFF2-40B4-BE49-F238E27FC236}">
                  <a16:creationId xmlns:a16="http://schemas.microsoft.com/office/drawing/2014/main" id="{50640A25-8F0A-094C-9877-2F2ADBD65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6661" y="3122580"/>
              <a:ext cx="93195" cy="9319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1" name="Oval 121">
              <a:extLst>
                <a:ext uri="{FF2B5EF4-FFF2-40B4-BE49-F238E27FC236}">
                  <a16:creationId xmlns:a16="http://schemas.microsoft.com/office/drawing/2014/main" id="{6155D20F-5244-5447-95E4-5EFE933C1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0492" y="3809890"/>
              <a:ext cx="118285" cy="11828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1166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5DA18DC-861D-CC46-B035-D22FF987D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2889" y="1689652"/>
            <a:ext cx="4946221" cy="1477325"/>
          </a:xfrm>
          <a:prstGeom prst="rect">
            <a:avLst/>
          </a:prstGeom>
          <a:noFill/>
          <a:ln>
            <a:noFill/>
          </a:ln>
          <a:effectLst>
            <a:outerShdw dist="38100" dir="27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8800" b="1" noProof="1">
                <a:solidFill>
                  <a:srgbClr val="E46C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</a:p>
        </p:txBody>
      </p:sp>
      <p:sp>
        <p:nvSpPr>
          <p:cNvPr id="5" name="文本框 5">
            <a:extLst>
              <a:ext uri="{FF2B5EF4-FFF2-40B4-BE49-F238E27FC236}">
                <a16:creationId xmlns:a16="http://schemas.microsoft.com/office/drawing/2014/main" id="{ACAE1AD4-D270-AB43-B602-4122AC246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228" y="2885101"/>
            <a:ext cx="4676707" cy="677106"/>
          </a:xfrm>
          <a:prstGeom prst="rect">
            <a:avLst/>
          </a:prstGeom>
          <a:noFill/>
          <a:ln>
            <a:noFill/>
          </a:ln>
          <a:effectLst>
            <a:outerShdw dist="38100" dir="2700000" algn="ctr" rotWithShape="0">
              <a:srgbClr val="000000">
                <a:alpha val="3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600" noProof="1">
                <a:ln w="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谢谢聆听  期待合作</a:t>
            </a: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5D714618-3B01-4345-A1EC-BEC4B70B8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227" y="4302788"/>
            <a:ext cx="4739883" cy="611717"/>
          </a:xfrm>
          <a:prstGeom prst="rect">
            <a:avLst/>
          </a:prstGeom>
          <a:solidFill>
            <a:srgbClr val="E46C0A"/>
          </a:solidFill>
          <a:ln>
            <a:noFill/>
          </a:ln>
          <a:effectLst>
            <a:outerShdw dist="38100" dir="2700000" algn="ctr" rotWithShape="0">
              <a:srgbClr val="000000">
                <a:alpha val="37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2400" noProof="1">
              <a:solidFill>
                <a:srgbClr val="FFFFFF"/>
              </a:solidFill>
            </a:endParaRPr>
          </a:p>
        </p:txBody>
      </p:sp>
      <p:sp>
        <p:nvSpPr>
          <p:cNvPr id="7" name="文本框 8">
            <a:extLst>
              <a:ext uri="{FF2B5EF4-FFF2-40B4-BE49-F238E27FC236}">
                <a16:creationId xmlns:a16="http://schemas.microsoft.com/office/drawing/2014/main" id="{A8C0CA3B-1201-7243-AC6E-158670456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7244" y="4362426"/>
            <a:ext cx="3779234" cy="492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FFFFFF"/>
                </a:solidFill>
                <a:latin typeface="Arial" panose="020B0604020202020204" pitchFamily="34" charset="0"/>
              </a:rPr>
              <a:t>R&amp;D  </a:t>
            </a:r>
            <a:r>
              <a:rPr lang="en-US" altLang="zh-CN" sz="2400" dirty="0">
                <a:solidFill>
                  <a:srgbClr val="FCC124"/>
                </a:solidFill>
                <a:latin typeface="Arial" panose="020B0604020202020204" pitchFamily="34" charset="0"/>
              </a:rPr>
              <a:t>|</a:t>
            </a:r>
            <a:r>
              <a:rPr lang="en-US" altLang="zh-CN" sz="2400" dirty="0">
                <a:solidFill>
                  <a:srgbClr val="FFFFFF"/>
                </a:solidFill>
                <a:latin typeface="Arial" panose="020B0604020202020204" pitchFamily="34" charset="0"/>
              </a:rPr>
              <a:t>  </a:t>
            </a:r>
            <a:r>
              <a:rPr lang="zh-CN" altLang="en-US" sz="2400" dirty="0">
                <a:solidFill>
                  <a:srgbClr val="FFFFFF"/>
                </a:solidFill>
                <a:latin typeface="Arial" panose="020B0604020202020204" pitchFamily="34" charset="0"/>
              </a:rPr>
              <a:t>公共技术研发中心</a:t>
            </a:r>
          </a:p>
        </p:txBody>
      </p:sp>
      <p:sp>
        <p:nvSpPr>
          <p:cNvPr id="8" name="文本框 8">
            <a:extLst>
              <a:ext uri="{FF2B5EF4-FFF2-40B4-BE49-F238E27FC236}">
                <a16:creationId xmlns:a16="http://schemas.microsoft.com/office/drawing/2014/main" id="{0B5CCD71-BAF8-0742-AF45-F5A30148D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1929" y="4974143"/>
            <a:ext cx="2971320" cy="33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buNone/>
            </a:pP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cs typeface="Open Sans" panose="020B0606030504020204" pitchFamily="34" charset="0"/>
              </a:rPr>
              <a:t>让软件开发轻松   让数据体现价值 </a:t>
            </a:r>
            <a:endParaRPr lang="pt-BR" altLang="zh-CN" sz="1400" dirty="0">
              <a:solidFill>
                <a:prstClr val="black">
                  <a:lumMod val="50000"/>
                  <a:lumOff val="50000"/>
                </a:prstClr>
              </a:solidFill>
              <a:latin typeface="微软雅黑" pitchFamily="34" charset="-122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6881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/>
    </p:bldLst>
  </p:timing>
</p:sld>
</file>

<file path=ppt/theme/theme1.xml><?xml version="1.0" encoding="utf-8"?>
<a:theme xmlns:a="http://schemas.openxmlformats.org/drawingml/2006/main" name="11">
  <a:themeElements>
    <a:clrScheme name="11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11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自定义设计方案">
  <a:themeElements>
    <a:clrScheme name="2_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自定义设计方案">
  <a:themeElements>
    <a:clrScheme name="3_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3_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4_自定义设计方案">
  <a:themeElements>
    <a:clrScheme name="4_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4_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4_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5_自定义设计方案">
  <a:themeElements>
    <a:clrScheme name="5_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5_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5_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6_自定义设计方案">
  <a:themeElements>
    <a:clrScheme name="6_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6_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6_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7_自定义设计方案">
  <a:themeElements>
    <a:clrScheme name="7_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7_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8_自定义设计方案">
  <a:themeElements>
    <a:clrScheme name="8_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8_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8_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9_自定义设计方案">
  <a:themeElements>
    <a:clrScheme name="9_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9_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9_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0_自定义设计方案">
  <a:themeElements>
    <a:clrScheme name="10_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0_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10_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1_自定义设计方案">
  <a:themeElements>
    <a:clrScheme name="11_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1_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11_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18376</TotalTime>
  <Pages>0</Pages>
  <Words>745</Words>
  <Characters>0</Characters>
  <Application>Microsoft Macintosh PowerPoint</Application>
  <DocSecurity>0</DocSecurity>
  <PresentationFormat>宽屏</PresentationFormat>
  <Lines>0</Lines>
  <Paragraphs>134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13</vt:i4>
      </vt:variant>
      <vt:variant>
        <vt:lpstr>幻灯片标题</vt:lpstr>
      </vt:variant>
      <vt:variant>
        <vt:i4>12</vt:i4>
      </vt:variant>
    </vt:vector>
  </HeadingPairs>
  <TitlesOfParts>
    <vt:vector size="38" baseType="lpstr">
      <vt:lpstr>方正兰亭黑_GBK</vt:lpstr>
      <vt:lpstr>方正兰亭中黑_GBK</vt:lpstr>
      <vt:lpstr>宋体</vt:lpstr>
      <vt:lpstr>微软雅黑 Light</vt:lpstr>
      <vt:lpstr>Microsoft YaHei Light</vt:lpstr>
      <vt:lpstr>微软雅黑</vt:lpstr>
      <vt:lpstr>微软雅黑</vt:lpstr>
      <vt:lpstr>Arial</vt:lpstr>
      <vt:lpstr>Calibri</vt:lpstr>
      <vt:lpstr>Century Gothic</vt:lpstr>
      <vt:lpstr>Impact</vt:lpstr>
      <vt:lpstr>Open Sans</vt:lpstr>
      <vt:lpstr>Wingdings</vt:lpstr>
      <vt:lpstr>11</vt:lpstr>
      <vt:lpstr>自定义设计方案</vt:lpstr>
      <vt:lpstr>1_自定义设计方案</vt:lpstr>
      <vt:lpstr>2_自定义设计方案</vt:lpstr>
      <vt:lpstr>3_自定义设计方案</vt:lpstr>
      <vt:lpstr>4_自定义设计方案</vt:lpstr>
      <vt:lpstr>5_自定义设计方案</vt:lpstr>
      <vt:lpstr>6_自定义设计方案</vt:lpstr>
      <vt:lpstr>7_自定义设计方案</vt:lpstr>
      <vt:lpstr>8_自定义设计方案</vt:lpstr>
      <vt:lpstr>9_自定义设计方案</vt:lpstr>
      <vt:lpstr>10_自定义设计方案</vt:lpstr>
      <vt:lpstr>11_自定义设计方案</vt:lpstr>
      <vt:lpstr>PowerPoint 演示文稿</vt:lpstr>
      <vt:lpstr>PowerPoint 演示文稿</vt:lpstr>
      <vt:lpstr>公共技术研发中心的定位</vt:lpstr>
      <vt:lpstr>人员结构</vt:lpstr>
      <vt:lpstr>对事业部服务支持情况</vt:lpstr>
      <vt:lpstr>研发案例分享</vt:lpstr>
      <vt:lpstr>案例：地址数据模糊转换</vt:lpstr>
      <vt:lpstr>案例成果</vt:lpstr>
      <vt:lpstr>公共技术研发中心-研发产品介绍</vt:lpstr>
      <vt:lpstr>我们2018年获得的荣誉</vt:lpstr>
      <vt:lpstr>2019年，我们要做什么</vt:lpstr>
      <vt:lpstr>PowerPoint 演示文稿</vt:lpstr>
    </vt:vector>
  </TitlesOfParts>
  <Manager/>
  <Company/>
  <LinksUpToDate>false</LinksUpToDate>
  <CharactersWithSpaces>0</CharactersWithSpaces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新任干部述职报告</dc:title>
  <dc:subject/>
  <dc:creator>pengben</dc:creator>
  <cp:keywords/>
  <dc:description/>
  <cp:lastModifiedBy>Microsoft Office User</cp:lastModifiedBy>
  <cp:revision>788</cp:revision>
  <dcterms:created xsi:type="dcterms:W3CDTF">2013-12-25T07:18:00Z</dcterms:created>
  <dcterms:modified xsi:type="dcterms:W3CDTF">2019-01-25T07:42:27Z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2052-9.1.0.5132</vt:lpwstr>
  </property>
</Properties>
</file>